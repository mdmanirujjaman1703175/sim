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7"/>
  </p:notesMasterIdLst>
  <p:handoutMasterIdLst>
    <p:handoutMasterId r:id="rId28"/>
  </p:handoutMasterIdLst>
  <p:sldIdLst>
    <p:sldId id="258" r:id="rId5"/>
    <p:sldId id="257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7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DD3B86-9BBD-48DE-A6E4-B974D342E026}" v="21" dt="2026-04-04T13:43:07.2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8"/>
    <p:restoredTop sz="54379" autoAdjust="0"/>
  </p:normalViewPr>
  <p:slideViewPr>
    <p:cSldViewPr snapToGrid="0">
      <p:cViewPr varScale="1">
        <p:scale>
          <a:sx n="45" d="100"/>
          <a:sy n="45" d="100"/>
        </p:scale>
        <p:origin x="237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him Foysal Abak" userId="2788f2a2-0cdc-4efa-b828-39805f068217" providerId="ADAL" clId="{FED0BBAF-948A-4634-93EB-99B934334D02}"/>
    <pc:docChg chg="undo custSel addSld delSld modSld">
      <pc:chgData name="Fahim Foysal Abak" userId="2788f2a2-0cdc-4efa-b828-39805f068217" providerId="ADAL" clId="{FED0BBAF-948A-4634-93EB-99B934334D02}" dt="2026-04-04T14:26:56.557" v="182" actId="20577"/>
      <pc:docMkLst>
        <pc:docMk/>
      </pc:docMkLst>
      <pc:sldChg chg="addSp modSp mod">
        <pc:chgData name="Fahim Foysal Abak" userId="2788f2a2-0cdc-4efa-b828-39805f068217" providerId="ADAL" clId="{FED0BBAF-948A-4634-93EB-99B934334D02}" dt="2026-03-31T14:47:18.453" v="28" actId="21"/>
        <pc:sldMkLst>
          <pc:docMk/>
          <pc:sldMk cId="4106496270" sldId="257"/>
        </pc:sldMkLst>
        <pc:spChg chg="mod">
          <ac:chgData name="Fahim Foysal Abak" userId="2788f2a2-0cdc-4efa-b828-39805f068217" providerId="ADAL" clId="{FED0BBAF-948A-4634-93EB-99B934334D02}" dt="2026-03-31T14:47:18.453" v="28" actId="21"/>
          <ac:spMkLst>
            <pc:docMk/>
            <pc:sldMk cId="4106496270" sldId="257"/>
            <ac:spMk id="2" creationId="{82FB9139-68EB-3B9C-65D8-590A1ADAF1DF}"/>
          </ac:spMkLst>
        </pc:spChg>
        <pc:spChg chg="mod">
          <ac:chgData name="Fahim Foysal Abak" userId="2788f2a2-0cdc-4efa-b828-39805f068217" providerId="ADAL" clId="{FED0BBAF-948A-4634-93EB-99B934334D02}" dt="2026-03-31T14:42:16.569" v="1"/>
          <ac:spMkLst>
            <pc:docMk/>
            <pc:sldMk cId="4106496270" sldId="257"/>
            <ac:spMk id="3" creationId="{5ED5DBED-E96B-FF67-CE6C-2CC29F466C8B}"/>
          </ac:spMkLst>
        </pc:spChg>
      </pc:sldChg>
      <pc:sldChg chg="modSp add mod">
        <pc:chgData name="Fahim Foysal Abak" userId="2788f2a2-0cdc-4efa-b828-39805f068217" providerId="ADAL" clId="{FED0BBAF-948A-4634-93EB-99B934334D02}" dt="2026-03-31T14:49:02.153" v="38" actId="21"/>
        <pc:sldMkLst>
          <pc:docMk/>
          <pc:sldMk cId="2449821712" sldId="277"/>
        </pc:sldMkLst>
        <pc:spChg chg="mod">
          <ac:chgData name="Fahim Foysal Abak" userId="2788f2a2-0cdc-4efa-b828-39805f068217" providerId="ADAL" clId="{FED0BBAF-948A-4634-93EB-99B934334D02}" dt="2026-03-31T14:49:02.153" v="38" actId="21"/>
          <ac:spMkLst>
            <pc:docMk/>
            <pc:sldMk cId="2449821712" sldId="277"/>
            <ac:spMk id="2" creationId="{36428877-D7B5-BA05-2945-FEA829FA93F7}"/>
          </ac:spMkLst>
        </pc:spChg>
        <pc:spChg chg="mod">
          <ac:chgData name="Fahim Foysal Abak" userId="2788f2a2-0cdc-4efa-b828-39805f068217" providerId="ADAL" clId="{FED0BBAF-948A-4634-93EB-99B934334D02}" dt="2026-03-31T14:48:29.515" v="31"/>
          <ac:spMkLst>
            <pc:docMk/>
            <pc:sldMk cId="2449821712" sldId="277"/>
            <ac:spMk id="3" creationId="{F939DBDC-7BAB-6EF5-C80E-89B1E4471BE2}"/>
          </ac:spMkLst>
        </pc:spChg>
      </pc:sldChg>
      <pc:sldChg chg="modSp add">
        <pc:chgData name="Fahim Foysal Abak" userId="2788f2a2-0cdc-4efa-b828-39805f068217" providerId="ADAL" clId="{FED0BBAF-948A-4634-93EB-99B934334D02}" dt="2026-03-31T14:49:09.379" v="40"/>
        <pc:sldMkLst>
          <pc:docMk/>
          <pc:sldMk cId="1310470545" sldId="278"/>
        </pc:sldMkLst>
        <pc:spChg chg="mod">
          <ac:chgData name="Fahim Foysal Abak" userId="2788f2a2-0cdc-4efa-b828-39805f068217" providerId="ADAL" clId="{FED0BBAF-948A-4634-93EB-99B934334D02}" dt="2026-03-31T14:49:09.379" v="40"/>
          <ac:spMkLst>
            <pc:docMk/>
            <pc:sldMk cId="1310470545" sldId="278"/>
            <ac:spMk id="2" creationId="{C222F486-7E00-892D-D1F6-5F035B4CE56F}"/>
          </ac:spMkLst>
        </pc:spChg>
      </pc:sldChg>
      <pc:sldChg chg="modSp add mod">
        <pc:chgData name="Fahim Foysal Abak" userId="2788f2a2-0cdc-4efa-b828-39805f068217" providerId="ADAL" clId="{FED0BBAF-948A-4634-93EB-99B934334D02}" dt="2026-03-31T14:51:14.558" v="49" actId="20577"/>
        <pc:sldMkLst>
          <pc:docMk/>
          <pc:sldMk cId="1012766448" sldId="279"/>
        </pc:sldMkLst>
        <pc:spChg chg="mod">
          <ac:chgData name="Fahim Foysal Abak" userId="2788f2a2-0cdc-4efa-b828-39805f068217" providerId="ADAL" clId="{FED0BBAF-948A-4634-93EB-99B934334D02}" dt="2026-03-31T14:51:14.558" v="49" actId="20577"/>
          <ac:spMkLst>
            <pc:docMk/>
            <pc:sldMk cId="1012766448" sldId="279"/>
            <ac:spMk id="2" creationId="{F0DAEBF0-622F-0CBF-1035-7D9C4CD6F3F1}"/>
          </ac:spMkLst>
        </pc:spChg>
        <pc:spChg chg="mod">
          <ac:chgData name="Fahim Foysal Abak" userId="2788f2a2-0cdc-4efa-b828-39805f068217" providerId="ADAL" clId="{FED0BBAF-948A-4634-93EB-99B934334D02}" dt="2026-03-31T14:50:42.997" v="43" actId="255"/>
          <ac:spMkLst>
            <pc:docMk/>
            <pc:sldMk cId="1012766448" sldId="279"/>
            <ac:spMk id="3" creationId="{A22F8F1E-CDD7-D36E-C39D-3ABADF99D177}"/>
          </ac:spMkLst>
        </pc:spChg>
      </pc:sldChg>
      <pc:sldChg chg="modSp add mod">
        <pc:chgData name="Fahim Foysal Abak" userId="2788f2a2-0cdc-4efa-b828-39805f068217" providerId="ADAL" clId="{FED0BBAF-948A-4634-93EB-99B934334D02}" dt="2026-03-31T14:52:33.201" v="58" actId="1076"/>
        <pc:sldMkLst>
          <pc:docMk/>
          <pc:sldMk cId="2880536503" sldId="280"/>
        </pc:sldMkLst>
        <pc:spChg chg="mod">
          <ac:chgData name="Fahim Foysal Abak" userId="2788f2a2-0cdc-4efa-b828-39805f068217" providerId="ADAL" clId="{FED0BBAF-948A-4634-93EB-99B934334D02}" dt="2026-03-31T14:52:33.201" v="58" actId="1076"/>
          <ac:spMkLst>
            <pc:docMk/>
            <pc:sldMk cId="2880536503" sldId="280"/>
            <ac:spMk id="2" creationId="{DD464C78-BCD0-7309-349D-A9E80CB8308A}"/>
          </ac:spMkLst>
        </pc:spChg>
      </pc:sldChg>
      <pc:sldChg chg="modSp add mod">
        <pc:chgData name="Fahim Foysal Abak" userId="2788f2a2-0cdc-4efa-b828-39805f068217" providerId="ADAL" clId="{FED0BBAF-948A-4634-93EB-99B934334D02}" dt="2026-03-31T14:53:59.629" v="65" actId="14100"/>
        <pc:sldMkLst>
          <pc:docMk/>
          <pc:sldMk cId="2524872568" sldId="281"/>
        </pc:sldMkLst>
        <pc:spChg chg="mod">
          <ac:chgData name="Fahim Foysal Abak" userId="2788f2a2-0cdc-4efa-b828-39805f068217" providerId="ADAL" clId="{FED0BBAF-948A-4634-93EB-99B934334D02}" dt="2026-03-31T14:53:59.629" v="65" actId="14100"/>
          <ac:spMkLst>
            <pc:docMk/>
            <pc:sldMk cId="2524872568" sldId="281"/>
            <ac:spMk id="2" creationId="{E819A9D1-AF93-AAFC-37DF-374D8E90DF59}"/>
          </ac:spMkLst>
        </pc:spChg>
        <pc:spChg chg="mod">
          <ac:chgData name="Fahim Foysal Abak" userId="2788f2a2-0cdc-4efa-b828-39805f068217" providerId="ADAL" clId="{FED0BBAF-948A-4634-93EB-99B934334D02}" dt="2026-03-31T14:53:28.331" v="60"/>
          <ac:spMkLst>
            <pc:docMk/>
            <pc:sldMk cId="2524872568" sldId="281"/>
            <ac:spMk id="3" creationId="{6ED8D9DE-31FD-19FD-C816-9B60FE6FF499}"/>
          </ac:spMkLst>
        </pc:spChg>
      </pc:sldChg>
      <pc:sldChg chg="modSp add mod">
        <pc:chgData name="Fahim Foysal Abak" userId="2788f2a2-0cdc-4efa-b828-39805f068217" providerId="ADAL" clId="{FED0BBAF-948A-4634-93EB-99B934334D02}" dt="2026-03-31T14:55:02.009" v="73" actId="20577"/>
        <pc:sldMkLst>
          <pc:docMk/>
          <pc:sldMk cId="1858473091" sldId="282"/>
        </pc:sldMkLst>
        <pc:spChg chg="mod">
          <ac:chgData name="Fahim Foysal Abak" userId="2788f2a2-0cdc-4efa-b828-39805f068217" providerId="ADAL" clId="{FED0BBAF-948A-4634-93EB-99B934334D02}" dt="2026-03-31T14:55:02.009" v="73" actId="20577"/>
          <ac:spMkLst>
            <pc:docMk/>
            <pc:sldMk cId="1858473091" sldId="282"/>
            <ac:spMk id="2" creationId="{AC02C458-0783-BE3C-F9E5-167033914591}"/>
          </ac:spMkLst>
        </pc:spChg>
        <pc:spChg chg="mod">
          <ac:chgData name="Fahim Foysal Abak" userId="2788f2a2-0cdc-4efa-b828-39805f068217" providerId="ADAL" clId="{FED0BBAF-948A-4634-93EB-99B934334D02}" dt="2026-03-31T14:54:43.119" v="68" actId="255"/>
          <ac:spMkLst>
            <pc:docMk/>
            <pc:sldMk cId="1858473091" sldId="282"/>
            <ac:spMk id="3" creationId="{E69AA8FA-05C3-B5D4-ED8A-C5830F52E3F5}"/>
          </ac:spMkLst>
        </pc:spChg>
      </pc:sldChg>
      <pc:sldChg chg="modSp add mod">
        <pc:chgData name="Fahim Foysal Abak" userId="2788f2a2-0cdc-4efa-b828-39805f068217" providerId="ADAL" clId="{FED0BBAF-948A-4634-93EB-99B934334D02}" dt="2026-03-31T14:56:49.335" v="85" actId="20577"/>
        <pc:sldMkLst>
          <pc:docMk/>
          <pc:sldMk cId="3530599296" sldId="283"/>
        </pc:sldMkLst>
        <pc:spChg chg="mod">
          <ac:chgData name="Fahim Foysal Abak" userId="2788f2a2-0cdc-4efa-b828-39805f068217" providerId="ADAL" clId="{FED0BBAF-948A-4634-93EB-99B934334D02}" dt="2026-03-31T14:56:49.335" v="85" actId="20577"/>
          <ac:spMkLst>
            <pc:docMk/>
            <pc:sldMk cId="3530599296" sldId="283"/>
            <ac:spMk id="2" creationId="{66D51BE4-3A9F-99E2-F862-AFF3D6427C49}"/>
          </ac:spMkLst>
        </pc:spChg>
        <pc:spChg chg="mod">
          <ac:chgData name="Fahim Foysal Abak" userId="2788f2a2-0cdc-4efa-b828-39805f068217" providerId="ADAL" clId="{FED0BBAF-948A-4634-93EB-99B934334D02}" dt="2026-03-31T14:56:16.551" v="75"/>
          <ac:spMkLst>
            <pc:docMk/>
            <pc:sldMk cId="3530599296" sldId="283"/>
            <ac:spMk id="3" creationId="{F014E1E8-27A4-FC3A-C7E2-9BBE4415E31F}"/>
          </ac:spMkLst>
        </pc:spChg>
      </pc:sldChg>
      <pc:sldChg chg="modSp add mod">
        <pc:chgData name="Fahim Foysal Abak" userId="2788f2a2-0cdc-4efa-b828-39805f068217" providerId="ADAL" clId="{FED0BBAF-948A-4634-93EB-99B934334D02}" dt="2026-03-31T14:58:20.343" v="91" actId="20577"/>
        <pc:sldMkLst>
          <pc:docMk/>
          <pc:sldMk cId="2005664215" sldId="284"/>
        </pc:sldMkLst>
        <pc:spChg chg="mod">
          <ac:chgData name="Fahim Foysal Abak" userId="2788f2a2-0cdc-4efa-b828-39805f068217" providerId="ADAL" clId="{FED0BBAF-948A-4634-93EB-99B934334D02}" dt="2026-03-31T14:58:20.343" v="91" actId="20577"/>
          <ac:spMkLst>
            <pc:docMk/>
            <pc:sldMk cId="2005664215" sldId="284"/>
            <ac:spMk id="2" creationId="{E605F327-E6DE-2AC1-3CCB-BDE08CBD37B6}"/>
          </ac:spMkLst>
        </pc:spChg>
        <pc:spChg chg="mod">
          <ac:chgData name="Fahim Foysal Abak" userId="2788f2a2-0cdc-4efa-b828-39805f068217" providerId="ADAL" clId="{FED0BBAF-948A-4634-93EB-99B934334D02}" dt="2026-03-31T14:58:04.547" v="87"/>
          <ac:spMkLst>
            <pc:docMk/>
            <pc:sldMk cId="2005664215" sldId="284"/>
            <ac:spMk id="3" creationId="{EB81F5AA-02E5-1DA8-BEB5-05DF3CB3B2F2}"/>
          </ac:spMkLst>
        </pc:spChg>
      </pc:sldChg>
      <pc:sldChg chg="modSp add mod">
        <pc:chgData name="Fahim Foysal Abak" userId="2788f2a2-0cdc-4efa-b828-39805f068217" providerId="ADAL" clId="{FED0BBAF-948A-4634-93EB-99B934334D02}" dt="2026-03-31T14:58:48.592" v="95" actId="20577"/>
        <pc:sldMkLst>
          <pc:docMk/>
          <pc:sldMk cId="867833567" sldId="285"/>
        </pc:sldMkLst>
        <pc:spChg chg="mod">
          <ac:chgData name="Fahim Foysal Abak" userId="2788f2a2-0cdc-4efa-b828-39805f068217" providerId="ADAL" clId="{FED0BBAF-948A-4634-93EB-99B934334D02}" dt="2026-03-31T14:58:48.592" v="95" actId="20577"/>
          <ac:spMkLst>
            <pc:docMk/>
            <pc:sldMk cId="867833567" sldId="285"/>
            <ac:spMk id="2" creationId="{75DDB1FA-8AB1-7A5F-BA27-955202FB643C}"/>
          </ac:spMkLst>
        </pc:spChg>
      </pc:sldChg>
      <pc:sldChg chg="modSp add mod">
        <pc:chgData name="Fahim Foysal Abak" userId="2788f2a2-0cdc-4efa-b828-39805f068217" providerId="ADAL" clId="{FED0BBAF-948A-4634-93EB-99B934334D02}" dt="2026-03-31T14:59:11.231" v="99" actId="20577"/>
        <pc:sldMkLst>
          <pc:docMk/>
          <pc:sldMk cId="574318663" sldId="286"/>
        </pc:sldMkLst>
        <pc:spChg chg="mod">
          <ac:chgData name="Fahim Foysal Abak" userId="2788f2a2-0cdc-4efa-b828-39805f068217" providerId="ADAL" clId="{FED0BBAF-948A-4634-93EB-99B934334D02}" dt="2026-03-31T14:59:11.231" v="99" actId="20577"/>
          <ac:spMkLst>
            <pc:docMk/>
            <pc:sldMk cId="574318663" sldId="286"/>
            <ac:spMk id="2" creationId="{CFE0F2B9-6484-1558-C38B-C9B7F45889DC}"/>
          </ac:spMkLst>
        </pc:spChg>
      </pc:sldChg>
      <pc:sldChg chg="add">
        <pc:chgData name="Fahim Foysal Abak" userId="2788f2a2-0cdc-4efa-b828-39805f068217" providerId="ADAL" clId="{FED0BBAF-948A-4634-93EB-99B934334D02}" dt="2026-03-31T15:31:22.938" v="100" actId="2890"/>
        <pc:sldMkLst>
          <pc:docMk/>
          <pc:sldMk cId="380734633" sldId="287"/>
        </pc:sldMkLst>
      </pc:sldChg>
      <pc:sldChg chg="modSp add mod">
        <pc:chgData name="Fahim Foysal Abak" userId="2788f2a2-0cdc-4efa-b828-39805f068217" providerId="ADAL" clId="{FED0BBAF-948A-4634-93EB-99B934334D02}" dt="2026-04-04T13:33:23.030" v="109" actId="20577"/>
        <pc:sldMkLst>
          <pc:docMk/>
          <pc:sldMk cId="24215016" sldId="288"/>
        </pc:sldMkLst>
        <pc:spChg chg="mod">
          <ac:chgData name="Fahim Foysal Abak" userId="2788f2a2-0cdc-4efa-b828-39805f068217" providerId="ADAL" clId="{FED0BBAF-948A-4634-93EB-99B934334D02}" dt="2026-04-04T13:33:23.030" v="109" actId="20577"/>
          <ac:spMkLst>
            <pc:docMk/>
            <pc:sldMk cId="24215016" sldId="288"/>
            <ac:spMk id="2" creationId="{D6550595-7471-C2DB-DDBC-84C5F2D520C7}"/>
          </ac:spMkLst>
        </pc:spChg>
        <pc:spChg chg="mod">
          <ac:chgData name="Fahim Foysal Abak" userId="2788f2a2-0cdc-4efa-b828-39805f068217" providerId="ADAL" clId="{FED0BBAF-948A-4634-93EB-99B934334D02}" dt="2026-04-04T13:33:03.160" v="104"/>
          <ac:spMkLst>
            <pc:docMk/>
            <pc:sldMk cId="24215016" sldId="288"/>
            <ac:spMk id="3" creationId="{31D65553-18AB-2474-D7D8-DDECEB3BB085}"/>
          </ac:spMkLst>
        </pc:spChg>
      </pc:sldChg>
      <pc:sldChg chg="modSp add mod">
        <pc:chgData name="Fahim Foysal Abak" userId="2788f2a2-0cdc-4efa-b828-39805f068217" providerId="ADAL" clId="{FED0BBAF-948A-4634-93EB-99B934334D02}" dt="2026-04-04T13:35:38.380" v="117" actId="1076"/>
        <pc:sldMkLst>
          <pc:docMk/>
          <pc:sldMk cId="2719106313" sldId="289"/>
        </pc:sldMkLst>
        <pc:spChg chg="mod">
          <ac:chgData name="Fahim Foysal Abak" userId="2788f2a2-0cdc-4efa-b828-39805f068217" providerId="ADAL" clId="{FED0BBAF-948A-4634-93EB-99B934334D02}" dt="2026-04-04T13:35:38.380" v="117" actId="1076"/>
          <ac:spMkLst>
            <pc:docMk/>
            <pc:sldMk cId="2719106313" sldId="289"/>
            <ac:spMk id="2" creationId="{717351E2-7785-F7A0-671D-D7AB903ADDAF}"/>
          </ac:spMkLst>
        </pc:spChg>
        <pc:spChg chg="mod">
          <ac:chgData name="Fahim Foysal Abak" userId="2788f2a2-0cdc-4efa-b828-39805f068217" providerId="ADAL" clId="{FED0BBAF-948A-4634-93EB-99B934334D02}" dt="2026-04-04T13:33:34.548" v="110"/>
          <ac:spMkLst>
            <pc:docMk/>
            <pc:sldMk cId="2719106313" sldId="289"/>
            <ac:spMk id="3" creationId="{E6E5E199-6A8B-E26B-8E8F-205157207EFB}"/>
          </ac:spMkLst>
        </pc:spChg>
      </pc:sldChg>
      <pc:sldChg chg="addSp modSp add mod">
        <pc:chgData name="Fahim Foysal Abak" userId="2788f2a2-0cdc-4efa-b828-39805f068217" providerId="ADAL" clId="{FED0BBAF-948A-4634-93EB-99B934334D02}" dt="2026-04-04T13:37:18.207" v="126" actId="20577"/>
        <pc:sldMkLst>
          <pc:docMk/>
          <pc:sldMk cId="1274373322" sldId="290"/>
        </pc:sldMkLst>
        <pc:spChg chg="mod">
          <ac:chgData name="Fahim Foysal Abak" userId="2788f2a2-0cdc-4efa-b828-39805f068217" providerId="ADAL" clId="{FED0BBAF-948A-4634-93EB-99B934334D02}" dt="2026-04-04T13:37:18.207" v="126" actId="20577"/>
          <ac:spMkLst>
            <pc:docMk/>
            <pc:sldMk cId="1274373322" sldId="290"/>
            <ac:spMk id="2" creationId="{1482E6E0-A746-79CC-9328-2726B6541A72}"/>
          </ac:spMkLst>
        </pc:spChg>
        <pc:spChg chg="mod">
          <ac:chgData name="Fahim Foysal Abak" userId="2788f2a2-0cdc-4efa-b828-39805f068217" providerId="ADAL" clId="{FED0BBAF-948A-4634-93EB-99B934334D02}" dt="2026-04-04T13:36:37.664" v="119"/>
          <ac:spMkLst>
            <pc:docMk/>
            <pc:sldMk cId="1274373322" sldId="290"/>
            <ac:spMk id="3" creationId="{49B9AD84-4EBE-7B47-9F28-B712A8E254C7}"/>
          </ac:spMkLst>
        </pc:spChg>
        <pc:spChg chg="add">
          <ac:chgData name="Fahim Foysal Abak" userId="2788f2a2-0cdc-4efa-b828-39805f068217" providerId="ADAL" clId="{FED0BBAF-948A-4634-93EB-99B934334D02}" dt="2026-04-04T13:36:46.606" v="120"/>
          <ac:spMkLst>
            <pc:docMk/>
            <pc:sldMk cId="1274373322" sldId="290"/>
            <ac:spMk id="4" creationId="{0B31B033-0393-9221-8BD7-E91C496FEA25}"/>
          </ac:spMkLst>
        </pc:spChg>
      </pc:sldChg>
      <pc:sldChg chg="modSp add mod">
        <pc:chgData name="Fahim Foysal Abak" userId="2788f2a2-0cdc-4efa-b828-39805f068217" providerId="ADAL" clId="{FED0BBAF-948A-4634-93EB-99B934334D02}" dt="2026-04-04T14:15:17.864" v="176" actId="14100"/>
        <pc:sldMkLst>
          <pc:docMk/>
          <pc:sldMk cId="4166095217" sldId="291"/>
        </pc:sldMkLst>
        <pc:spChg chg="mod">
          <ac:chgData name="Fahim Foysal Abak" userId="2788f2a2-0cdc-4efa-b828-39805f068217" providerId="ADAL" clId="{FED0BBAF-948A-4634-93EB-99B934334D02}" dt="2026-04-04T14:15:17.864" v="176" actId="14100"/>
          <ac:spMkLst>
            <pc:docMk/>
            <pc:sldMk cId="4166095217" sldId="291"/>
            <ac:spMk id="2" creationId="{F25B61C5-886E-25AF-74C5-65037F4BDF4F}"/>
          </ac:spMkLst>
        </pc:spChg>
        <pc:spChg chg="mod">
          <ac:chgData name="Fahim Foysal Abak" userId="2788f2a2-0cdc-4efa-b828-39805f068217" providerId="ADAL" clId="{FED0BBAF-948A-4634-93EB-99B934334D02}" dt="2026-04-04T13:39:05.359" v="128"/>
          <ac:spMkLst>
            <pc:docMk/>
            <pc:sldMk cId="4166095217" sldId="291"/>
            <ac:spMk id="3" creationId="{08BD8851-26F5-D878-CD1B-BC0BE50271C9}"/>
          </ac:spMkLst>
        </pc:spChg>
      </pc:sldChg>
      <pc:sldChg chg="modSp add mod">
        <pc:chgData name="Fahim Foysal Abak" userId="2788f2a2-0cdc-4efa-b828-39805f068217" providerId="ADAL" clId="{FED0BBAF-948A-4634-93EB-99B934334D02}" dt="2026-04-04T14:26:56.557" v="182" actId="20577"/>
        <pc:sldMkLst>
          <pc:docMk/>
          <pc:sldMk cId="2544859938" sldId="292"/>
        </pc:sldMkLst>
        <pc:spChg chg="mod">
          <ac:chgData name="Fahim Foysal Abak" userId="2788f2a2-0cdc-4efa-b828-39805f068217" providerId="ADAL" clId="{FED0BBAF-948A-4634-93EB-99B934334D02}" dt="2026-04-04T14:26:56.557" v="182" actId="20577"/>
          <ac:spMkLst>
            <pc:docMk/>
            <pc:sldMk cId="2544859938" sldId="292"/>
            <ac:spMk id="2" creationId="{E2FF70B6-EF43-1302-6495-0C63C4FC3B0B}"/>
          </ac:spMkLst>
        </pc:spChg>
      </pc:sldChg>
      <pc:sldChg chg="modSp add mod">
        <pc:chgData name="Fahim Foysal Abak" userId="2788f2a2-0cdc-4efa-b828-39805f068217" providerId="ADAL" clId="{FED0BBAF-948A-4634-93EB-99B934334D02}" dt="2026-04-04T13:40:32.602" v="144" actId="15"/>
        <pc:sldMkLst>
          <pc:docMk/>
          <pc:sldMk cId="1360244554" sldId="293"/>
        </pc:sldMkLst>
        <pc:spChg chg="mod">
          <ac:chgData name="Fahim Foysal Abak" userId="2788f2a2-0cdc-4efa-b828-39805f068217" providerId="ADAL" clId="{FED0BBAF-948A-4634-93EB-99B934334D02}" dt="2026-04-04T13:40:32.602" v="144" actId="15"/>
          <ac:spMkLst>
            <pc:docMk/>
            <pc:sldMk cId="1360244554" sldId="293"/>
            <ac:spMk id="2" creationId="{FF76EB73-A791-5372-70AD-9D88EA256208}"/>
          </ac:spMkLst>
        </pc:spChg>
        <pc:spChg chg="mod">
          <ac:chgData name="Fahim Foysal Abak" userId="2788f2a2-0cdc-4efa-b828-39805f068217" providerId="ADAL" clId="{FED0BBAF-948A-4634-93EB-99B934334D02}" dt="2026-04-04T13:40:09.396" v="137"/>
          <ac:spMkLst>
            <pc:docMk/>
            <pc:sldMk cId="1360244554" sldId="293"/>
            <ac:spMk id="3" creationId="{35FF5F6F-0426-93B7-13DC-8744AFC9E0E0}"/>
          </ac:spMkLst>
        </pc:spChg>
      </pc:sldChg>
      <pc:sldChg chg="modSp add mod">
        <pc:chgData name="Fahim Foysal Abak" userId="2788f2a2-0cdc-4efa-b828-39805f068217" providerId="ADAL" clId="{FED0BBAF-948A-4634-93EB-99B934334D02}" dt="2026-04-04T13:42:07.420" v="152" actId="20577"/>
        <pc:sldMkLst>
          <pc:docMk/>
          <pc:sldMk cId="4112265202" sldId="294"/>
        </pc:sldMkLst>
        <pc:spChg chg="mod">
          <ac:chgData name="Fahim Foysal Abak" userId="2788f2a2-0cdc-4efa-b828-39805f068217" providerId="ADAL" clId="{FED0BBAF-948A-4634-93EB-99B934334D02}" dt="2026-04-04T13:42:07.420" v="152" actId="20577"/>
          <ac:spMkLst>
            <pc:docMk/>
            <pc:sldMk cId="4112265202" sldId="294"/>
            <ac:spMk id="2" creationId="{BD65A4C2-CAFC-B509-AE4E-B3BBBF797EEC}"/>
          </ac:spMkLst>
        </pc:spChg>
        <pc:spChg chg="mod">
          <ac:chgData name="Fahim Foysal Abak" userId="2788f2a2-0cdc-4efa-b828-39805f068217" providerId="ADAL" clId="{FED0BBAF-948A-4634-93EB-99B934334D02}" dt="2026-04-04T13:41:08.493" v="146"/>
          <ac:spMkLst>
            <pc:docMk/>
            <pc:sldMk cId="4112265202" sldId="294"/>
            <ac:spMk id="3" creationId="{7EC65B3B-C43D-AB0E-B9A6-322B63D8155A}"/>
          </ac:spMkLst>
        </pc:spChg>
      </pc:sldChg>
      <pc:sldChg chg="modSp add mod">
        <pc:chgData name="Fahim Foysal Abak" userId="2788f2a2-0cdc-4efa-b828-39805f068217" providerId="ADAL" clId="{FED0BBAF-948A-4634-93EB-99B934334D02}" dt="2026-04-04T13:42:41.449" v="162" actId="20577"/>
        <pc:sldMkLst>
          <pc:docMk/>
          <pc:sldMk cId="73003894" sldId="295"/>
        </pc:sldMkLst>
        <pc:spChg chg="mod">
          <ac:chgData name="Fahim Foysal Abak" userId="2788f2a2-0cdc-4efa-b828-39805f068217" providerId="ADAL" clId="{FED0BBAF-948A-4634-93EB-99B934334D02}" dt="2026-04-04T13:42:41.449" v="162" actId="20577"/>
          <ac:spMkLst>
            <pc:docMk/>
            <pc:sldMk cId="73003894" sldId="295"/>
            <ac:spMk id="2" creationId="{157C444F-FE4E-3F04-160C-DAEA57D5DF91}"/>
          </ac:spMkLst>
        </pc:spChg>
        <pc:spChg chg="mod">
          <ac:chgData name="Fahim Foysal Abak" userId="2788f2a2-0cdc-4efa-b828-39805f068217" providerId="ADAL" clId="{FED0BBAF-948A-4634-93EB-99B934334D02}" dt="2026-04-04T13:42:17.206" v="154"/>
          <ac:spMkLst>
            <pc:docMk/>
            <pc:sldMk cId="73003894" sldId="295"/>
            <ac:spMk id="3" creationId="{0414E3C0-81AD-43EA-7D11-826CED034793}"/>
          </ac:spMkLst>
        </pc:spChg>
      </pc:sldChg>
      <pc:sldChg chg="modSp add mod">
        <pc:chgData name="Fahim Foysal Abak" userId="2788f2a2-0cdc-4efa-b828-39805f068217" providerId="ADAL" clId="{FED0BBAF-948A-4634-93EB-99B934334D02}" dt="2026-04-04T13:43:17.957" v="173" actId="20577"/>
        <pc:sldMkLst>
          <pc:docMk/>
          <pc:sldMk cId="3202344847" sldId="296"/>
        </pc:sldMkLst>
        <pc:spChg chg="mod">
          <ac:chgData name="Fahim Foysal Abak" userId="2788f2a2-0cdc-4efa-b828-39805f068217" providerId="ADAL" clId="{FED0BBAF-948A-4634-93EB-99B934334D02}" dt="2026-04-04T13:43:17.957" v="173" actId="20577"/>
          <ac:spMkLst>
            <pc:docMk/>
            <pc:sldMk cId="3202344847" sldId="296"/>
            <ac:spMk id="2" creationId="{12A19E1D-F8F6-FBFF-DAD6-65C3ABD094C1}"/>
          </ac:spMkLst>
        </pc:spChg>
        <pc:spChg chg="mod">
          <ac:chgData name="Fahim Foysal Abak" userId="2788f2a2-0cdc-4efa-b828-39805f068217" providerId="ADAL" clId="{FED0BBAF-948A-4634-93EB-99B934334D02}" dt="2026-04-04T13:42:58.795" v="165"/>
          <ac:spMkLst>
            <pc:docMk/>
            <pc:sldMk cId="3202344847" sldId="296"/>
            <ac:spMk id="3" creationId="{5792815A-4D97-6C11-0398-4A62CA6B05B1}"/>
          </ac:spMkLst>
        </pc:spChg>
      </pc:sldChg>
      <pc:sldChg chg="add del">
        <pc:chgData name="Fahim Foysal Abak" userId="2788f2a2-0cdc-4efa-b828-39805f068217" providerId="ADAL" clId="{FED0BBAF-948A-4634-93EB-99B934334D02}" dt="2026-04-04T13:43:33.987" v="175" actId="47"/>
        <pc:sldMkLst>
          <pc:docMk/>
          <pc:sldMk cId="4016678100" sldId="29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763B869-A174-5A88-B5F3-8141061D528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175310-5F23-3017-4729-3443ABDDA2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0CBE4F-3ECD-BA42-980A-6C22D46BEB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BC8871-E13E-E8C2-DF3A-A7A253626C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44D0F-7F91-5163-8F8F-0B318D9E81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F95A0A-5E49-254A-9203-A61691F4A3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9708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987E7F-3BED-1A44-9930-5905629ABFBE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B83AAB-AB0E-2440-AE7B-FF06EF35E5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829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83AAB-AB0E-2440-AE7B-FF06EF35E52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514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65DB2-21ED-517C-BEB0-EFE3C592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AEE1AA-B72C-C181-6A97-528631CC62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9C9DD2-75CF-1F90-8D86-D206396C4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+mj-lt"/>
              <a:buAutoNum type="arabicPeriod"/>
            </a:pPr>
            <a:r>
              <a:rPr lang="en-US" b="0" dirty="0"/>
              <a:t>Explain the psychological perspective of software testing and discuss why testing may appear destructive to software developers.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b="0" dirty="0"/>
              <a:t>Discuss the common misconceptions regarding software testing and the actual roles of developers and testers.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b="0" dirty="0"/>
              <a:t>Explain software testing as a collaborative activity throughout the software development process.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42123-C2C6-A101-51B4-5EF4106BA6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83AAB-AB0E-2440-AE7B-FF06EF35E52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554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DC6C3-149E-56D9-9D8A-02E6A903C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7028A0-46E2-1F50-8CCF-8893E10C35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B9B3B9-4680-5F71-E022-2C1B3E3A4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2082E-7BAE-95EE-472F-14862306F5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83AAB-AB0E-2440-AE7B-FF06EF35E52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108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13045-9AF9-B93B-F0C9-1AD649A91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977558-8767-10E4-4B1D-10793A2444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091616-7931-402A-9FAE-1845AF635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22810-260F-E2C6-58E7-AF1996C08C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83AAB-AB0E-2440-AE7B-FF06EF35E52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149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0749E-27E3-7943-C4C0-D88C03F72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383C57-56E3-7006-B14E-049083C3C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CE7713-0C30-CF3E-D963-4CBB68A60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Bad requirement:</a:t>
            </a:r>
          </a:p>
          <a:p>
            <a:r>
              <a:rPr lang="en-US" dirty="0"/>
              <a:t>“System should be fast.”</a:t>
            </a:r>
          </a:p>
          <a:p>
            <a:r>
              <a:rPr lang="en-US" dirty="0"/>
              <a:t>Better:</a:t>
            </a:r>
          </a:p>
          <a:p>
            <a:r>
              <a:rPr lang="en-US" dirty="0"/>
              <a:t>“Page should load within 2 seconds.”</a:t>
            </a:r>
          </a:p>
          <a:p>
            <a:endParaRPr lang="en-US" dirty="0"/>
          </a:p>
          <a:p>
            <a:pPr lvl="0"/>
            <a:r>
              <a:rPr lang="en-US" b="0" dirty="0"/>
              <a:t>Portability → Does the software work on different devices or operating systems? </a:t>
            </a:r>
          </a:p>
          <a:p>
            <a:pPr lvl="0"/>
            <a:r>
              <a:rPr lang="en-US" b="0" dirty="0"/>
              <a:t>Maintainability → Is the code easy to update or fix later? </a:t>
            </a:r>
          </a:p>
          <a:p>
            <a:pPr lvl="0"/>
            <a:r>
              <a:rPr lang="en-US" b="0" dirty="0"/>
              <a:t>Usability → Is the software easy for users to understand and use?</a:t>
            </a:r>
          </a:p>
          <a:p>
            <a:pPr lvl="0"/>
            <a:endParaRPr lang="en-US" b="0" dirty="0"/>
          </a:p>
          <a:p>
            <a:r>
              <a:rPr lang="en-US" dirty="0"/>
              <a:t>Testing goals should be measurable.</a:t>
            </a:r>
          </a:p>
          <a:p>
            <a:r>
              <a:rPr lang="en-US" dirty="0"/>
              <a:t>For example:</a:t>
            </a:r>
          </a:p>
          <a:p>
            <a:pPr lvl="0"/>
            <a:r>
              <a:rPr lang="en-US" dirty="0"/>
              <a:t>How many test cases passed? </a:t>
            </a:r>
          </a:p>
          <a:p>
            <a:pPr lvl="0"/>
            <a:r>
              <a:rPr lang="en-US" dirty="0"/>
              <a:t>How much does it cost to find and fix defects? </a:t>
            </a:r>
          </a:p>
          <a:p>
            <a:pPr lvl="0"/>
            <a:r>
              <a:rPr lang="en-US" dirty="0"/>
              <a:t>How much of the software has been tested? (</a:t>
            </a:r>
            <a:r>
              <a:rPr lang="en-US" b="1" dirty="0"/>
              <a:t>Test coverage</a:t>
            </a:r>
            <a:r>
              <a:rPr lang="en-US" dirty="0"/>
              <a:t>)</a:t>
            </a:r>
          </a:p>
          <a:p>
            <a:pPr lvl="0"/>
            <a:endParaRPr lang="en-US" b="0" dirty="0"/>
          </a:p>
          <a:p>
            <a:pPr lvl="0"/>
            <a:endParaRPr lang="en-US" b="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F05D9-6289-F670-4214-494C6CF099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83AAB-AB0E-2440-AE7B-FF06EF35E52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781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678AA-3CF9-E5F9-61A2-5913E74F0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DABA14-0F80-4EFC-6FC3-808CC86D9C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531927-1B20-E75C-511C-76E671A00F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Understand the users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testing software, we need to understand who will use the software and how they will use it.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a Banking App may be used by different types of users—students, elderly people, or business users. So, it is not enough to check only whether a feature works; we should test based on real user scenarios.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Build self-testing software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better to design software in a way that makes error detection and testing easier.</a:t>
            </a:r>
          </a:p>
          <a:p>
            <a:pPr lvl="0"/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Anti-bugging techniques → methods to prevent bugs or detect them early </a:t>
            </a:r>
          </a:p>
          <a:p>
            <a:pPr lvl="0"/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testing → tests run automatically </a:t>
            </a:r>
          </a:p>
          <a:p>
            <a:pPr lvl="0"/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testing → after making a new change, check whether old features are still working correctly</a:t>
            </a:r>
          </a:p>
          <a:p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DA6A9-1F00-F669-D166-00469CA02C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83AAB-AB0E-2440-AE7B-FF06EF35E52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2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1EB37-32C2-0B4F-70BC-EE2DE9F87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380951-8D40-E3DC-0B07-28BCFA266E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533F41-B71F-A271-24BF-627023F47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1. Use formal technical reviews</a:t>
            </a:r>
          </a:p>
          <a:p>
            <a:r>
              <a:rPr lang="en-US" dirty="0"/>
              <a:t>Before actual testing starts, the team should review the </a:t>
            </a:r>
            <a:r>
              <a:rPr lang="en-US" b="1" dirty="0"/>
              <a:t>code, design, requirements, and documentation</a:t>
            </a:r>
            <a:r>
              <a:rPr lang="en-US" dirty="0"/>
              <a:t>.</a:t>
            </a:r>
          </a:p>
          <a:p>
            <a:r>
              <a:rPr lang="en-US" dirty="0"/>
              <a:t>This works like a </a:t>
            </a:r>
            <a:r>
              <a:rPr lang="en-US" b="1" dirty="0"/>
              <a:t>filter</a:t>
            </a:r>
            <a:r>
              <a:rPr lang="en-US" dirty="0"/>
              <a:t> because many errors can be found before the software is executed.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The requirement says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age &gt;= 18</a:t>
            </a:r>
            <a:r>
              <a:rPr lang="en-US" dirty="0"/>
              <a:t>, but the code uses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age &gt; 18</a:t>
            </a:r>
            <a:r>
              <a:rPr lang="en-US" dirty="0"/>
              <a:t>. A code review can find this mistake before testing.</a:t>
            </a:r>
          </a:p>
          <a:p>
            <a:r>
              <a:rPr lang="en-US" dirty="0"/>
              <a:t>So, formal reviews reduce </a:t>
            </a:r>
            <a:r>
              <a:rPr lang="en-US" b="1" dirty="0"/>
              <a:t>testing time, effort, and cost</a:t>
            </a:r>
            <a:r>
              <a:rPr lang="en-US" dirty="0"/>
              <a:t>.</a:t>
            </a:r>
          </a:p>
          <a:p>
            <a:r>
              <a:rPr lang="en-US" b="1" dirty="0"/>
              <a:t>2. Continuous improvement</a:t>
            </a:r>
          </a:p>
          <a:p>
            <a:r>
              <a:rPr lang="en-US" dirty="0"/>
              <a:t>The testing process should also be measured and improved.</a:t>
            </a:r>
          </a:p>
          <a:p>
            <a:r>
              <a:rPr lang="en-US" dirty="0"/>
              <a:t>For example:</a:t>
            </a:r>
          </a:p>
          <a:p>
            <a:pPr lvl="0"/>
            <a:r>
              <a:rPr lang="en-US" dirty="0"/>
              <a:t>How many defects were found? </a:t>
            </a:r>
          </a:p>
          <a:p>
            <a:pPr lvl="0"/>
            <a:r>
              <a:rPr lang="en-US" dirty="0"/>
              <a:t>How effective was the testing? </a:t>
            </a:r>
          </a:p>
          <a:p>
            <a:pPr lvl="0"/>
            <a:r>
              <a:rPr lang="en-US" dirty="0"/>
              <a:t>How much time was needed? </a:t>
            </a:r>
          </a:p>
          <a:p>
            <a:pPr lvl="0"/>
            <a:r>
              <a:rPr lang="en-US" dirty="0"/>
              <a:t>Which testing method worked better?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59AB4-E896-70FA-0C34-98FE44128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83AAB-AB0E-2440-AE7B-FF06EF35E52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6241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1AA9C-3955-94A7-BA57-BDD64AC51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B06419-58DF-AA09-B8A0-A42BE07B6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982D7-65F4-A0A1-1D15-0C2106D92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D5BA7-E9C7-CBF1-1922-E73785CE82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83AAB-AB0E-2440-AE7B-FF06EF35E52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41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F4790-3886-8F0C-44D5-9EEF4BACD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747E1F-DF88-4DC8-45C4-88C7128F7E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59AB08-5B37-A12F-5AB7-E21715D11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4019A-B4C0-FA41-1762-57F0E7840A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83AAB-AB0E-2440-AE7B-FF06EF35E52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918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25003-573B-68D0-9CA0-DC8ED26F5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9CEDDB-AEF7-2FD3-FE20-D3B18156C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2F14CB-B0D9-7154-5276-7E902FA3E5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9CD99-0ED0-B1D4-F221-F02B4FBC4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83AAB-AB0E-2440-AE7B-FF06EF35E52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1578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9C63A-6E99-DA34-B534-86726050A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8377B1-2D36-7847-CB78-E57514548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9F85CC-A93E-E2E3-6E32-53F556F74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41F81-AD73-9FB9-D867-A8F76EFF1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83AAB-AB0E-2440-AE7B-FF06EF35E52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9460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02CA6-A823-C3A7-958D-DB165D835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621829-AC36-E6DC-2F35-B64F44D4F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9217AE-BE4A-32AA-A97A-319E8232E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4E0EE-8DF2-948E-691F-58601DA0DB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83AAB-AB0E-2440-AE7B-FF06EF35E52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7701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E5762-2DDF-A619-40C4-1FA29AF86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45F7D5-5D46-ADDA-B40C-BB776728D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80C431-597B-B58A-721A-B332DD0B3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A5F90-AA17-CFD3-5DA5-D4D7FDEE5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83AAB-AB0E-2440-AE7B-FF06EF35E52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130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A5E25-1EF5-891B-0017-2C31189E5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29D46F-654A-ADE5-E704-A62267EBD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38E76-76F9-C041-806E-BCFEDC62B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B1394-A57C-EF27-6BD6-E0B1E73DB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83AAB-AB0E-2440-AE7B-FF06EF35E52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3782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06B53-9D05-A8E5-5B02-AE39AF324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F9A370-925E-257F-4515-B9A2EE0D91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256ED4-6E92-9163-B423-FACE2F395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59AD9-48F5-8B9F-1193-4D0FA46DB8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83AAB-AB0E-2440-AE7B-FF06EF35E52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5081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95E6C-0F60-144C-ABEC-4821C25BC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B52AD4-0C73-37B2-3B03-C27571F487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166A7F-FA70-B600-68DD-A2198D554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BEA17-74AC-82E6-ABB2-7506110791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83AAB-AB0E-2440-AE7B-FF06EF35E52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68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AC7BCD8-BBB5-912E-C700-F713B439165B}"/>
              </a:ext>
            </a:extLst>
          </p:cNvPr>
          <p:cNvGrpSpPr/>
          <p:nvPr/>
        </p:nvGrpSpPr>
        <p:grpSpPr>
          <a:xfrm rot="5788864">
            <a:off x="9620157" y="1363117"/>
            <a:ext cx="4630512" cy="3324978"/>
            <a:chOff x="1235075" y="2056498"/>
            <a:chExt cx="4630512" cy="3324978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986C22A-B506-C2BB-F2CD-68ABE6B3BC2D}"/>
                </a:ext>
              </a:extLst>
            </p:cNvPr>
            <p:cNvSpPr/>
            <p:nvPr/>
          </p:nvSpPr>
          <p:spPr>
            <a:xfrm>
              <a:off x="2557167" y="2073053"/>
              <a:ext cx="3308420" cy="3308423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  <a:effectLst>
              <a:softEdge rad="762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D" sz="12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15B9520-605C-85F1-8B92-A1D7D2A09119}"/>
                </a:ext>
              </a:extLst>
            </p:cNvPr>
            <p:cNvSpPr/>
            <p:nvPr/>
          </p:nvSpPr>
          <p:spPr>
            <a:xfrm>
              <a:off x="1235075" y="2056498"/>
              <a:ext cx="2644183" cy="2644185"/>
            </a:xfrm>
            <a:prstGeom prst="ellips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  <a:effectLst>
              <a:softEdge rad="762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D" sz="12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E562BAC-D68F-F8C9-8A69-A89856C9F917}"/>
              </a:ext>
            </a:extLst>
          </p:cNvPr>
          <p:cNvGrpSpPr/>
          <p:nvPr/>
        </p:nvGrpSpPr>
        <p:grpSpPr>
          <a:xfrm rot="7912563">
            <a:off x="5449291" y="4371838"/>
            <a:ext cx="4630512" cy="3324978"/>
            <a:chOff x="1235075" y="2056498"/>
            <a:chExt cx="4630512" cy="332497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D7DF35E-0251-13B5-4E77-6EF8E74F498B}"/>
                </a:ext>
              </a:extLst>
            </p:cNvPr>
            <p:cNvSpPr/>
            <p:nvPr/>
          </p:nvSpPr>
          <p:spPr>
            <a:xfrm>
              <a:off x="2557167" y="2073053"/>
              <a:ext cx="3308420" cy="3308423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762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D" sz="12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C2F3FD2-54EC-5B99-E659-6951BE42FDDB}"/>
                </a:ext>
              </a:extLst>
            </p:cNvPr>
            <p:cNvSpPr/>
            <p:nvPr/>
          </p:nvSpPr>
          <p:spPr>
            <a:xfrm>
              <a:off x="1235075" y="2056498"/>
              <a:ext cx="2644183" cy="2644185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762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D" sz="12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BCCAD2E7-7727-034B-C7F0-24F51FCD2612}"/>
              </a:ext>
            </a:extLst>
          </p:cNvPr>
          <p:cNvSpPr/>
          <p:nvPr/>
        </p:nvSpPr>
        <p:spPr>
          <a:xfrm>
            <a:off x="8072186" y="1537574"/>
            <a:ext cx="2644183" cy="2644185"/>
          </a:xfrm>
          <a:prstGeom prst="ellipse">
            <a:avLst/>
          </a:prstGeom>
          <a:solidFill>
            <a:schemeClr val="accent4">
              <a:alpha val="20000"/>
            </a:schemeClr>
          </a:solidFill>
          <a:ln>
            <a:noFill/>
          </a:ln>
          <a:effectLst>
            <a:softEdge rad="762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ID" sz="1200" dirty="0">
              <a:latin typeface="Roboto Light" panose="02000000000000000000" pitchFamily="2" charset="0"/>
              <a:ea typeface="Roboto Light" panose="02000000000000000000" pitchFamily="2" charset="0"/>
              <a:cs typeface="Open Sans" panose="020B0606030504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7AF0B6F-993F-074F-F0EA-B8C53DEA305C}"/>
              </a:ext>
            </a:extLst>
          </p:cNvPr>
          <p:cNvGrpSpPr/>
          <p:nvPr/>
        </p:nvGrpSpPr>
        <p:grpSpPr>
          <a:xfrm rot="12431310">
            <a:off x="9172153" y="-897315"/>
            <a:ext cx="4630512" cy="3324978"/>
            <a:chOff x="1235075" y="2056498"/>
            <a:chExt cx="4630512" cy="3324978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F9AF289-372E-E6B7-9491-53ED52EC9FCC}"/>
                </a:ext>
              </a:extLst>
            </p:cNvPr>
            <p:cNvSpPr/>
            <p:nvPr/>
          </p:nvSpPr>
          <p:spPr>
            <a:xfrm>
              <a:off x="2557167" y="2073053"/>
              <a:ext cx="3308420" cy="3308423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  <a:effectLst>
              <a:softEdge rad="762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D" sz="12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163C761-BEFE-7968-010C-B639D83B4197}"/>
                </a:ext>
              </a:extLst>
            </p:cNvPr>
            <p:cNvSpPr/>
            <p:nvPr/>
          </p:nvSpPr>
          <p:spPr>
            <a:xfrm>
              <a:off x="1235075" y="2056498"/>
              <a:ext cx="2644183" cy="2644185"/>
            </a:xfrm>
            <a:prstGeom prst="ellips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  <a:effectLst>
              <a:softEdge rad="762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D" sz="12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endParaRPr>
            </a:p>
          </p:txBody>
        </p:sp>
      </p:grp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6A939C4-D05C-E117-688F-83E01583B5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071901"/>
              <a:gd name="connsiteY0" fmla="*/ 0 h 6858000"/>
              <a:gd name="connsiteX1" fmla="*/ 12071901 w 12071901"/>
              <a:gd name="connsiteY1" fmla="*/ 0 h 6858000"/>
              <a:gd name="connsiteX2" fmla="*/ 12071901 w 12071901"/>
              <a:gd name="connsiteY2" fmla="*/ 771371 h 6858000"/>
              <a:gd name="connsiteX3" fmla="*/ 11965418 w 12071901"/>
              <a:gd name="connsiteY3" fmla="*/ 797841 h 6858000"/>
              <a:gd name="connsiteX4" fmla="*/ 9834691 w 12071901"/>
              <a:gd name="connsiteY4" fmla="*/ 1060011 h 6858000"/>
              <a:gd name="connsiteX5" fmla="*/ 7967422 w 12071901"/>
              <a:gd name="connsiteY5" fmla="*/ 5142294 h 6858000"/>
              <a:gd name="connsiteX6" fmla="*/ 6014576 w 12071901"/>
              <a:gd name="connsiteY6" fmla="*/ 6726986 h 6858000"/>
              <a:gd name="connsiteX7" fmla="*/ 5858757 w 12071901"/>
              <a:gd name="connsiteY7" fmla="*/ 6858000 h 6858000"/>
              <a:gd name="connsiteX8" fmla="*/ 0 w 12071901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071901" h="6858000">
                <a:moveTo>
                  <a:pt x="0" y="0"/>
                </a:moveTo>
                <a:lnTo>
                  <a:pt x="12071901" y="0"/>
                </a:lnTo>
                <a:lnTo>
                  <a:pt x="12071901" y="771371"/>
                </a:lnTo>
                <a:lnTo>
                  <a:pt x="11965418" y="797841"/>
                </a:lnTo>
                <a:cubicBezTo>
                  <a:pt x="11242708" y="923208"/>
                  <a:pt x="10418997" y="469648"/>
                  <a:pt x="9834691" y="1060011"/>
                </a:cubicBezTo>
                <a:cubicBezTo>
                  <a:pt x="9055622" y="1847162"/>
                  <a:pt x="8750580" y="4035180"/>
                  <a:pt x="7967422" y="5142294"/>
                </a:cubicBezTo>
                <a:cubicBezTo>
                  <a:pt x="7429001" y="5903436"/>
                  <a:pt x="6697631" y="6183012"/>
                  <a:pt x="6014576" y="6726986"/>
                </a:cubicBezTo>
                <a:lnTo>
                  <a:pt x="585875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2F0B6B8-79AC-C3DD-5C66-CE304269FB4D}"/>
              </a:ext>
            </a:extLst>
          </p:cNvPr>
          <p:cNvGrpSpPr/>
          <p:nvPr/>
        </p:nvGrpSpPr>
        <p:grpSpPr>
          <a:xfrm rot="7912563">
            <a:off x="8749999" y="4943552"/>
            <a:ext cx="4630512" cy="3324978"/>
            <a:chOff x="1235075" y="2056498"/>
            <a:chExt cx="4630512" cy="332497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3D9FA53-17A2-CE0C-D8CC-68AA6D24BCB4}"/>
                </a:ext>
              </a:extLst>
            </p:cNvPr>
            <p:cNvSpPr/>
            <p:nvPr/>
          </p:nvSpPr>
          <p:spPr>
            <a:xfrm>
              <a:off x="2557167" y="2073053"/>
              <a:ext cx="3308420" cy="3308423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762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D" sz="12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E02FA8B-E072-98C5-AD3E-DB4929B7FC16}"/>
                </a:ext>
              </a:extLst>
            </p:cNvPr>
            <p:cNvSpPr/>
            <p:nvPr/>
          </p:nvSpPr>
          <p:spPr>
            <a:xfrm>
              <a:off x="1235075" y="2056498"/>
              <a:ext cx="2644183" cy="2644185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762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D" sz="12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endParaRPr>
            </a:p>
          </p:txBody>
        </p:sp>
      </p:grp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7EA3634-A0B8-8A08-E4F8-CEE3CE1D79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60525" y="2176463"/>
            <a:ext cx="8159750" cy="3335337"/>
          </a:xfrm>
          <a:prstGeom prst="rect">
            <a:avLst/>
          </a:prstGeom>
        </p:spPr>
        <p:txBody>
          <a:bodyPr/>
          <a:lstStyle>
            <a:lvl1pPr>
              <a:spcAft>
                <a:spcPts val="700"/>
              </a:spcAft>
              <a:defRPr sz="2000" b="0" i="0">
                <a:latin typeface="Ubuntu" panose="020B0504030602030204" pitchFamily="34" charset="0"/>
              </a:defRPr>
            </a:lvl1pPr>
            <a:lvl2pPr>
              <a:spcAft>
                <a:spcPts val="700"/>
              </a:spcAft>
              <a:defRPr sz="2000" b="0" i="0">
                <a:latin typeface="Ubuntu" panose="020B0504030602030204" pitchFamily="34" charset="0"/>
              </a:defRPr>
            </a:lvl2pPr>
            <a:lvl3pPr>
              <a:spcAft>
                <a:spcPts val="700"/>
              </a:spcAft>
              <a:defRPr sz="2000" b="0" i="0">
                <a:latin typeface="Ubuntu" panose="020B0504030602030204" pitchFamily="34" charset="0"/>
              </a:defRPr>
            </a:lvl3pPr>
            <a:lvl4pPr>
              <a:spcAft>
                <a:spcPts val="700"/>
              </a:spcAft>
              <a:defRPr sz="2000" b="0" i="0">
                <a:latin typeface="Ubuntu" panose="020B0504030602030204" pitchFamily="34" charset="0"/>
              </a:defRPr>
            </a:lvl4pPr>
            <a:lvl5pPr>
              <a:spcAft>
                <a:spcPts val="700"/>
              </a:spcAft>
              <a:defRPr sz="2000" b="0" i="0">
                <a:latin typeface="Ubuntu" panose="020B0504030602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E739AF72-2009-581E-0C59-475BA37EF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8716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AC7BCD8-BBB5-912E-C700-F713B439165B}"/>
              </a:ext>
            </a:extLst>
          </p:cNvPr>
          <p:cNvGrpSpPr/>
          <p:nvPr/>
        </p:nvGrpSpPr>
        <p:grpSpPr>
          <a:xfrm rot="5788864">
            <a:off x="9620157" y="1363117"/>
            <a:ext cx="4630512" cy="3324978"/>
            <a:chOff x="1235075" y="2056498"/>
            <a:chExt cx="4630512" cy="3324978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986C22A-B506-C2BB-F2CD-68ABE6B3BC2D}"/>
                </a:ext>
              </a:extLst>
            </p:cNvPr>
            <p:cNvSpPr/>
            <p:nvPr/>
          </p:nvSpPr>
          <p:spPr>
            <a:xfrm>
              <a:off x="2557167" y="2073053"/>
              <a:ext cx="3308420" cy="3308423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  <a:effectLst>
              <a:softEdge rad="762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D" sz="12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15B9520-605C-85F1-8B92-A1D7D2A09119}"/>
                </a:ext>
              </a:extLst>
            </p:cNvPr>
            <p:cNvSpPr/>
            <p:nvPr/>
          </p:nvSpPr>
          <p:spPr>
            <a:xfrm>
              <a:off x="1235075" y="2056498"/>
              <a:ext cx="2644183" cy="2644185"/>
            </a:xfrm>
            <a:prstGeom prst="ellips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  <a:effectLst>
              <a:softEdge rad="762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D" sz="12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E562BAC-D68F-F8C9-8A69-A89856C9F917}"/>
              </a:ext>
            </a:extLst>
          </p:cNvPr>
          <p:cNvGrpSpPr/>
          <p:nvPr/>
        </p:nvGrpSpPr>
        <p:grpSpPr>
          <a:xfrm rot="7912563">
            <a:off x="5449291" y="4371838"/>
            <a:ext cx="4630512" cy="3324978"/>
            <a:chOff x="1235075" y="2056498"/>
            <a:chExt cx="4630512" cy="332497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D7DF35E-0251-13B5-4E77-6EF8E74F498B}"/>
                </a:ext>
              </a:extLst>
            </p:cNvPr>
            <p:cNvSpPr/>
            <p:nvPr/>
          </p:nvSpPr>
          <p:spPr>
            <a:xfrm>
              <a:off x="2557167" y="2073053"/>
              <a:ext cx="3308420" cy="3308423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762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D" sz="12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C2F3FD2-54EC-5B99-E659-6951BE42FDDB}"/>
                </a:ext>
              </a:extLst>
            </p:cNvPr>
            <p:cNvSpPr/>
            <p:nvPr/>
          </p:nvSpPr>
          <p:spPr>
            <a:xfrm>
              <a:off x="1235075" y="2056498"/>
              <a:ext cx="2644183" cy="2644185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762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D" sz="12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BCCAD2E7-7727-034B-C7F0-24F51FCD2612}"/>
              </a:ext>
            </a:extLst>
          </p:cNvPr>
          <p:cNvSpPr/>
          <p:nvPr/>
        </p:nvSpPr>
        <p:spPr>
          <a:xfrm>
            <a:off x="8072186" y="1537574"/>
            <a:ext cx="2644183" cy="2644185"/>
          </a:xfrm>
          <a:prstGeom prst="ellipse">
            <a:avLst/>
          </a:prstGeom>
          <a:solidFill>
            <a:schemeClr val="accent4">
              <a:alpha val="20000"/>
            </a:schemeClr>
          </a:solidFill>
          <a:ln>
            <a:noFill/>
          </a:ln>
          <a:effectLst>
            <a:softEdge rad="762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ID" sz="1200" dirty="0">
              <a:latin typeface="Roboto Light" panose="02000000000000000000" pitchFamily="2" charset="0"/>
              <a:ea typeface="Roboto Light" panose="02000000000000000000" pitchFamily="2" charset="0"/>
              <a:cs typeface="Open Sans" panose="020B0606030504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7AF0B6F-993F-074F-F0EA-B8C53DEA305C}"/>
              </a:ext>
            </a:extLst>
          </p:cNvPr>
          <p:cNvGrpSpPr/>
          <p:nvPr/>
        </p:nvGrpSpPr>
        <p:grpSpPr>
          <a:xfrm rot="12431310">
            <a:off x="9172153" y="-897315"/>
            <a:ext cx="4630512" cy="3324978"/>
            <a:chOff x="1235075" y="2056498"/>
            <a:chExt cx="4630512" cy="3324978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F9AF289-372E-E6B7-9491-53ED52EC9FCC}"/>
                </a:ext>
              </a:extLst>
            </p:cNvPr>
            <p:cNvSpPr/>
            <p:nvPr/>
          </p:nvSpPr>
          <p:spPr>
            <a:xfrm>
              <a:off x="2557167" y="2073053"/>
              <a:ext cx="3308420" cy="3308423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  <a:effectLst>
              <a:softEdge rad="762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D" sz="12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163C761-BEFE-7968-010C-B639D83B4197}"/>
                </a:ext>
              </a:extLst>
            </p:cNvPr>
            <p:cNvSpPr/>
            <p:nvPr/>
          </p:nvSpPr>
          <p:spPr>
            <a:xfrm>
              <a:off x="1235075" y="2056498"/>
              <a:ext cx="2644183" cy="2644185"/>
            </a:xfrm>
            <a:prstGeom prst="ellips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  <a:effectLst>
              <a:softEdge rad="762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D" sz="12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endParaRPr>
            </a:p>
          </p:txBody>
        </p:sp>
      </p:grp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6A939C4-D05C-E117-688F-83E01583B5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071901"/>
              <a:gd name="connsiteY0" fmla="*/ 0 h 6858000"/>
              <a:gd name="connsiteX1" fmla="*/ 12071901 w 12071901"/>
              <a:gd name="connsiteY1" fmla="*/ 0 h 6858000"/>
              <a:gd name="connsiteX2" fmla="*/ 12071901 w 12071901"/>
              <a:gd name="connsiteY2" fmla="*/ 771371 h 6858000"/>
              <a:gd name="connsiteX3" fmla="*/ 11965418 w 12071901"/>
              <a:gd name="connsiteY3" fmla="*/ 797841 h 6858000"/>
              <a:gd name="connsiteX4" fmla="*/ 9834691 w 12071901"/>
              <a:gd name="connsiteY4" fmla="*/ 1060011 h 6858000"/>
              <a:gd name="connsiteX5" fmla="*/ 7967422 w 12071901"/>
              <a:gd name="connsiteY5" fmla="*/ 5142294 h 6858000"/>
              <a:gd name="connsiteX6" fmla="*/ 6014576 w 12071901"/>
              <a:gd name="connsiteY6" fmla="*/ 6726986 h 6858000"/>
              <a:gd name="connsiteX7" fmla="*/ 5858757 w 12071901"/>
              <a:gd name="connsiteY7" fmla="*/ 6858000 h 6858000"/>
              <a:gd name="connsiteX8" fmla="*/ 0 w 12071901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071901" h="6858000">
                <a:moveTo>
                  <a:pt x="0" y="0"/>
                </a:moveTo>
                <a:lnTo>
                  <a:pt x="12071901" y="0"/>
                </a:lnTo>
                <a:lnTo>
                  <a:pt x="12071901" y="771371"/>
                </a:lnTo>
                <a:lnTo>
                  <a:pt x="11965418" y="797841"/>
                </a:lnTo>
                <a:cubicBezTo>
                  <a:pt x="11242708" y="923208"/>
                  <a:pt x="10418997" y="469648"/>
                  <a:pt x="9834691" y="1060011"/>
                </a:cubicBezTo>
                <a:cubicBezTo>
                  <a:pt x="9055622" y="1847162"/>
                  <a:pt x="8750580" y="4035180"/>
                  <a:pt x="7967422" y="5142294"/>
                </a:cubicBezTo>
                <a:cubicBezTo>
                  <a:pt x="7429001" y="5903436"/>
                  <a:pt x="6697631" y="6183012"/>
                  <a:pt x="6014576" y="6726986"/>
                </a:cubicBezTo>
                <a:lnTo>
                  <a:pt x="585875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2F0B6B8-79AC-C3DD-5C66-CE304269FB4D}"/>
              </a:ext>
            </a:extLst>
          </p:cNvPr>
          <p:cNvGrpSpPr/>
          <p:nvPr/>
        </p:nvGrpSpPr>
        <p:grpSpPr>
          <a:xfrm rot="7912563">
            <a:off x="8749999" y="4943552"/>
            <a:ext cx="4630512" cy="3324978"/>
            <a:chOff x="1235075" y="2056498"/>
            <a:chExt cx="4630512" cy="332497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3D9FA53-17A2-CE0C-D8CC-68AA6D24BCB4}"/>
                </a:ext>
              </a:extLst>
            </p:cNvPr>
            <p:cNvSpPr/>
            <p:nvPr/>
          </p:nvSpPr>
          <p:spPr>
            <a:xfrm>
              <a:off x="2557167" y="2073053"/>
              <a:ext cx="3308420" cy="3308423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762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D" sz="12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E02FA8B-E072-98C5-AD3E-DB4929B7FC16}"/>
                </a:ext>
              </a:extLst>
            </p:cNvPr>
            <p:cNvSpPr/>
            <p:nvPr/>
          </p:nvSpPr>
          <p:spPr>
            <a:xfrm>
              <a:off x="1235075" y="2056498"/>
              <a:ext cx="2644183" cy="2644185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762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D" sz="12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endParaRPr>
            </a:p>
          </p:txBody>
        </p:sp>
      </p:grp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7EA3634-A0B8-8A08-E4F8-CEE3CE1D79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08377" y="3148526"/>
            <a:ext cx="6462913" cy="2005296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Ubuntu" panose="020B0504030602030204" pitchFamily="34" charset="0"/>
              </a:defRPr>
            </a:lvl1pPr>
            <a:lvl2pPr>
              <a:defRPr b="0" i="0">
                <a:latin typeface="Ubuntu" panose="020B0504030602030204" pitchFamily="34" charset="0"/>
              </a:defRPr>
            </a:lvl2pPr>
            <a:lvl3pPr>
              <a:defRPr b="0" i="0">
                <a:latin typeface="Ubuntu" panose="020B0504030602030204" pitchFamily="34" charset="0"/>
              </a:defRPr>
            </a:lvl3pPr>
            <a:lvl4pPr>
              <a:defRPr b="0" i="0">
                <a:latin typeface="Ubuntu" panose="020B0504030602030204" pitchFamily="34" charset="0"/>
              </a:defRPr>
            </a:lvl4pPr>
            <a:lvl5pPr>
              <a:defRPr b="0" i="0">
                <a:latin typeface="Ubuntu" panose="020B0504030602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E739AF72-2009-581E-0C59-475BA37EF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1227" y="2113942"/>
            <a:ext cx="7887745" cy="71644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54185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248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FDD7E13-2EB9-CFA9-FF7B-3F323B2FE5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8350" y="320675"/>
            <a:ext cx="5613400" cy="65373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62422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3A9600-3DBD-CE7C-EA30-FD3FAD264B2E}"/>
              </a:ext>
            </a:extLst>
          </p:cNvPr>
          <p:cNvSpPr txBox="1"/>
          <p:nvPr/>
        </p:nvSpPr>
        <p:spPr>
          <a:xfrm>
            <a:off x="241300" y="6360139"/>
            <a:ext cx="2416175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900" b="1">
                <a:ln w="63500">
                  <a:noFill/>
                </a:ln>
                <a:solidFill>
                  <a:schemeClr val="bg1"/>
                </a:solidFill>
                <a:effectLst>
                  <a:outerShdw blurRad="571500" dist="190500" dir="5400000" sx="90000" sy="90000" algn="t" rotWithShape="0">
                    <a:prstClr val="black">
                      <a:alpha val="20000"/>
                    </a:prstClr>
                  </a:outerShdw>
                </a:effectLst>
                <a:latin typeface="+mj-lt"/>
                <a:ea typeface="Inter Extrabold" panose="020B0502030000000004" pitchFamily="34" charset="0"/>
                <a:cs typeface="Poppins" panose="00000500000000000000" pitchFamily="2" charset="0"/>
              </a:rPr>
              <a:t>BizPlus.</a:t>
            </a:r>
            <a:r>
              <a:rPr lang="en-US" sz="900">
                <a:ln w="63500">
                  <a:noFill/>
                </a:ln>
                <a:solidFill>
                  <a:schemeClr val="bg1"/>
                </a:solidFill>
                <a:effectLst>
                  <a:outerShdw blurRad="571500" dist="190500" dir="5400000" sx="90000" sy="90000" algn="t" rotWithShape="0">
                    <a:prstClr val="black">
                      <a:alpha val="20000"/>
                    </a:prstClr>
                  </a:outerShdw>
                </a:effectLst>
                <a:latin typeface="+mj-lt"/>
                <a:ea typeface="Inter Extrabold" panose="020B0502030000000004" pitchFamily="34" charset="0"/>
                <a:cs typeface="Poppins" panose="00000500000000000000" pitchFamily="2" charset="0"/>
              </a:rPr>
              <a:t>  </a:t>
            </a:r>
            <a:r>
              <a:rPr lang="en-US" sz="900">
                <a:ln w="63500">
                  <a:noFill/>
                </a:ln>
                <a:solidFill>
                  <a:schemeClr val="bg1"/>
                </a:solidFill>
                <a:effectLst>
                  <a:outerShdw blurRad="571500" dist="190500" dir="5400000" sx="90000" sy="90000" algn="t" rotWithShape="0">
                    <a:prstClr val="black">
                      <a:alpha val="20000"/>
                    </a:prstClr>
                  </a:outerShdw>
                </a:effectLst>
                <a:latin typeface="+mn-lt"/>
                <a:ea typeface="Inter Extrabold" panose="020B0502030000000004" pitchFamily="34" charset="0"/>
                <a:cs typeface="Poppins" panose="00000500000000000000" pitchFamily="2" charset="0"/>
              </a:rPr>
              <a:t>–  Business</a:t>
            </a:r>
            <a:r>
              <a:rPr lang="en-US" sz="900" baseline="0">
                <a:ln w="63500">
                  <a:noFill/>
                </a:ln>
                <a:solidFill>
                  <a:schemeClr val="bg1"/>
                </a:solidFill>
                <a:effectLst>
                  <a:outerShdw blurRad="571500" dist="190500" dir="5400000" sx="90000" sy="90000" algn="t" rotWithShape="0">
                    <a:prstClr val="black">
                      <a:alpha val="20000"/>
                    </a:prstClr>
                  </a:outerShdw>
                </a:effectLst>
                <a:latin typeface="+mn-lt"/>
                <a:ea typeface="Inter Extrabold" panose="020B0502030000000004" pitchFamily="34" charset="0"/>
                <a:cs typeface="Poppins" panose="00000500000000000000" pitchFamily="2" charset="0"/>
              </a:rPr>
              <a:t> Template Presentation</a:t>
            </a:r>
            <a:endParaRPr lang="en-ID" sz="900" dirty="0">
              <a:ln w="63500">
                <a:noFill/>
              </a:ln>
              <a:solidFill>
                <a:schemeClr val="bg1"/>
              </a:solidFill>
              <a:effectLst>
                <a:outerShdw blurRad="571500" dist="190500" dir="5400000" sx="90000" sy="90000" algn="t" rotWithShape="0">
                  <a:prstClr val="black">
                    <a:alpha val="20000"/>
                  </a:prstClr>
                </a:outerShdw>
              </a:effectLst>
              <a:latin typeface="+mn-lt"/>
              <a:ea typeface="Inter Extrabold" panose="020B0502030000000004" pitchFamily="34" charset="0"/>
              <a:cs typeface="Poppins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CD6B6D-BC34-D58F-F93D-6915A31B6D0E}"/>
              </a:ext>
            </a:extLst>
          </p:cNvPr>
          <p:cNvSpPr txBox="1"/>
          <p:nvPr/>
        </p:nvSpPr>
        <p:spPr>
          <a:xfrm>
            <a:off x="11322843" y="6342533"/>
            <a:ext cx="503236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D" sz="900" dirty="0">
                <a:solidFill>
                  <a:schemeClr val="bg1"/>
                </a:solidFill>
                <a:latin typeface="+mn-lt"/>
                <a:ea typeface="Inter SemiBold" panose="020B0502030000000004" pitchFamily="34" charset="0"/>
              </a:rPr>
              <a:t>/ </a:t>
            </a:r>
            <a:fld id="{49BA30FB-CA1F-46F2-A2CB-DF7CFB533C33}" type="slidenum">
              <a:rPr lang="en-ID" sz="900" smtClean="0">
                <a:solidFill>
                  <a:schemeClr val="bg1"/>
                </a:solidFill>
                <a:latin typeface="+mn-lt"/>
                <a:ea typeface="Inter SemiBold" panose="020B0502030000000004" pitchFamily="34" charset="0"/>
              </a:rPr>
              <a:pPr algn="ctr"/>
              <a:t>‹#›</a:t>
            </a:fld>
            <a:endParaRPr lang="en-ID" sz="900" dirty="0">
              <a:solidFill>
                <a:schemeClr val="bg1"/>
              </a:solidFill>
              <a:latin typeface="+mn-lt"/>
              <a:ea typeface="Inter SemiBold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704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6">
            <a:extLst>
              <a:ext uri="{FF2B5EF4-FFF2-40B4-BE49-F238E27FC236}">
                <a16:creationId xmlns:a16="http://schemas.microsoft.com/office/drawing/2014/main" id="{33CED02E-4545-D316-1FEB-EC5A1FA71E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59575" y="1201738"/>
            <a:ext cx="6082547" cy="38195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20896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977DE9EF-6C34-BD29-8524-B195FF2FBD2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220045" y="-349101"/>
            <a:ext cx="2264569" cy="4924425"/>
          </a:xfrm>
          <a:custGeom>
            <a:avLst/>
            <a:gdLst>
              <a:gd name="connsiteX0" fmla="*/ 210741 w 2264569"/>
              <a:gd name="connsiteY0" fmla="*/ 0 h 4924425"/>
              <a:gd name="connsiteX1" fmla="*/ 538163 w 2264569"/>
              <a:gd name="connsiteY1" fmla="*/ 0 h 4924425"/>
              <a:gd name="connsiteX2" fmla="*/ 538163 w 2264569"/>
              <a:gd name="connsiteY2" fmla="*/ 85725 h 4924425"/>
              <a:gd name="connsiteX3" fmla="*/ 623889 w 2264569"/>
              <a:gd name="connsiteY3" fmla="*/ 171451 h 4924425"/>
              <a:gd name="connsiteX4" fmla="*/ 1640682 w 2264569"/>
              <a:gd name="connsiteY4" fmla="*/ 171452 h 4924425"/>
              <a:gd name="connsiteX5" fmla="*/ 1726407 w 2264569"/>
              <a:gd name="connsiteY5" fmla="*/ 85726 h 4924425"/>
              <a:gd name="connsiteX6" fmla="*/ 1726407 w 2264569"/>
              <a:gd name="connsiteY6" fmla="*/ 0 h 4924425"/>
              <a:gd name="connsiteX7" fmla="*/ 2053828 w 2264569"/>
              <a:gd name="connsiteY7" fmla="*/ 0 h 4924425"/>
              <a:gd name="connsiteX8" fmla="*/ 2264569 w 2264569"/>
              <a:gd name="connsiteY8" fmla="*/ 210741 h 4924425"/>
              <a:gd name="connsiteX9" fmla="*/ 2264569 w 2264569"/>
              <a:gd name="connsiteY9" fmla="*/ 4713684 h 4924425"/>
              <a:gd name="connsiteX10" fmla="*/ 2053828 w 2264569"/>
              <a:gd name="connsiteY10" fmla="*/ 4924425 h 4924425"/>
              <a:gd name="connsiteX11" fmla="*/ 210741 w 2264569"/>
              <a:gd name="connsiteY11" fmla="*/ 4924425 h 4924425"/>
              <a:gd name="connsiteX12" fmla="*/ 0 w 2264569"/>
              <a:gd name="connsiteY12" fmla="*/ 4713684 h 4924425"/>
              <a:gd name="connsiteX13" fmla="*/ 0 w 2264569"/>
              <a:gd name="connsiteY13" fmla="*/ 210741 h 4924425"/>
              <a:gd name="connsiteX14" fmla="*/ 210741 w 2264569"/>
              <a:gd name="connsiteY14" fmla="*/ 0 h 4924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64569" h="4924425">
                <a:moveTo>
                  <a:pt x="210741" y="0"/>
                </a:moveTo>
                <a:lnTo>
                  <a:pt x="538163" y="0"/>
                </a:lnTo>
                <a:lnTo>
                  <a:pt x="538163" y="85725"/>
                </a:lnTo>
                <a:cubicBezTo>
                  <a:pt x="538163" y="133070"/>
                  <a:pt x="576544" y="171451"/>
                  <a:pt x="623889" y="171451"/>
                </a:cubicBezTo>
                <a:lnTo>
                  <a:pt x="1640682" y="171452"/>
                </a:lnTo>
                <a:cubicBezTo>
                  <a:pt x="1688026" y="171452"/>
                  <a:pt x="1726407" y="133071"/>
                  <a:pt x="1726407" y="85726"/>
                </a:cubicBezTo>
                <a:lnTo>
                  <a:pt x="1726407" y="0"/>
                </a:lnTo>
                <a:lnTo>
                  <a:pt x="2053828" y="0"/>
                </a:lnTo>
                <a:cubicBezTo>
                  <a:pt x="2170218" y="0"/>
                  <a:pt x="2264569" y="94352"/>
                  <a:pt x="2264569" y="210741"/>
                </a:cubicBezTo>
                <a:lnTo>
                  <a:pt x="2264569" y="4713684"/>
                </a:lnTo>
                <a:cubicBezTo>
                  <a:pt x="2264569" y="4830073"/>
                  <a:pt x="2170218" y="4924425"/>
                  <a:pt x="2053828" y="4924425"/>
                </a:cubicBezTo>
                <a:lnTo>
                  <a:pt x="210741" y="4924425"/>
                </a:lnTo>
                <a:cubicBezTo>
                  <a:pt x="94352" y="4924425"/>
                  <a:pt x="0" y="4830073"/>
                  <a:pt x="0" y="4713684"/>
                </a:cubicBezTo>
                <a:lnTo>
                  <a:pt x="0" y="210741"/>
                </a:lnTo>
                <a:cubicBezTo>
                  <a:pt x="0" y="94352"/>
                  <a:pt x="94352" y="0"/>
                  <a:pt x="210741" y="0"/>
                </a:cubicBez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1">
                    <a:alpha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Image Placeholder</a:t>
            </a:r>
            <a:endParaRPr lang="en-ID" dirty="0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8CE34FD9-A0C7-6E4A-1BA9-F1178198FD8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694705" y="971550"/>
            <a:ext cx="2264569" cy="4924425"/>
          </a:xfrm>
          <a:custGeom>
            <a:avLst/>
            <a:gdLst>
              <a:gd name="connsiteX0" fmla="*/ 210741 w 2264569"/>
              <a:gd name="connsiteY0" fmla="*/ 0 h 4924425"/>
              <a:gd name="connsiteX1" fmla="*/ 538163 w 2264569"/>
              <a:gd name="connsiteY1" fmla="*/ 0 h 4924425"/>
              <a:gd name="connsiteX2" fmla="*/ 538163 w 2264569"/>
              <a:gd name="connsiteY2" fmla="*/ 85725 h 4924425"/>
              <a:gd name="connsiteX3" fmla="*/ 623889 w 2264569"/>
              <a:gd name="connsiteY3" fmla="*/ 171451 h 4924425"/>
              <a:gd name="connsiteX4" fmla="*/ 1640682 w 2264569"/>
              <a:gd name="connsiteY4" fmla="*/ 171452 h 4924425"/>
              <a:gd name="connsiteX5" fmla="*/ 1726407 w 2264569"/>
              <a:gd name="connsiteY5" fmla="*/ 85726 h 4924425"/>
              <a:gd name="connsiteX6" fmla="*/ 1726407 w 2264569"/>
              <a:gd name="connsiteY6" fmla="*/ 0 h 4924425"/>
              <a:gd name="connsiteX7" fmla="*/ 2053828 w 2264569"/>
              <a:gd name="connsiteY7" fmla="*/ 0 h 4924425"/>
              <a:gd name="connsiteX8" fmla="*/ 2264569 w 2264569"/>
              <a:gd name="connsiteY8" fmla="*/ 210741 h 4924425"/>
              <a:gd name="connsiteX9" fmla="*/ 2264569 w 2264569"/>
              <a:gd name="connsiteY9" fmla="*/ 4713684 h 4924425"/>
              <a:gd name="connsiteX10" fmla="*/ 2053828 w 2264569"/>
              <a:gd name="connsiteY10" fmla="*/ 4924425 h 4924425"/>
              <a:gd name="connsiteX11" fmla="*/ 210741 w 2264569"/>
              <a:gd name="connsiteY11" fmla="*/ 4924425 h 4924425"/>
              <a:gd name="connsiteX12" fmla="*/ 0 w 2264569"/>
              <a:gd name="connsiteY12" fmla="*/ 4713684 h 4924425"/>
              <a:gd name="connsiteX13" fmla="*/ 0 w 2264569"/>
              <a:gd name="connsiteY13" fmla="*/ 210741 h 4924425"/>
              <a:gd name="connsiteX14" fmla="*/ 210741 w 2264569"/>
              <a:gd name="connsiteY14" fmla="*/ 0 h 4924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64569" h="4924425">
                <a:moveTo>
                  <a:pt x="210741" y="0"/>
                </a:moveTo>
                <a:lnTo>
                  <a:pt x="538163" y="0"/>
                </a:lnTo>
                <a:lnTo>
                  <a:pt x="538163" y="85725"/>
                </a:lnTo>
                <a:cubicBezTo>
                  <a:pt x="538163" y="133070"/>
                  <a:pt x="576544" y="171451"/>
                  <a:pt x="623889" y="171451"/>
                </a:cubicBezTo>
                <a:lnTo>
                  <a:pt x="1640682" y="171452"/>
                </a:lnTo>
                <a:cubicBezTo>
                  <a:pt x="1688026" y="171452"/>
                  <a:pt x="1726407" y="133071"/>
                  <a:pt x="1726407" y="85726"/>
                </a:cubicBezTo>
                <a:lnTo>
                  <a:pt x="1726407" y="0"/>
                </a:lnTo>
                <a:lnTo>
                  <a:pt x="2053828" y="0"/>
                </a:lnTo>
                <a:cubicBezTo>
                  <a:pt x="2170218" y="0"/>
                  <a:pt x="2264569" y="94352"/>
                  <a:pt x="2264569" y="210741"/>
                </a:cubicBezTo>
                <a:lnTo>
                  <a:pt x="2264569" y="4713684"/>
                </a:lnTo>
                <a:cubicBezTo>
                  <a:pt x="2264569" y="4830073"/>
                  <a:pt x="2170218" y="4924425"/>
                  <a:pt x="2053828" y="4924425"/>
                </a:cubicBezTo>
                <a:lnTo>
                  <a:pt x="210741" y="4924425"/>
                </a:lnTo>
                <a:cubicBezTo>
                  <a:pt x="94352" y="4924425"/>
                  <a:pt x="0" y="4830073"/>
                  <a:pt x="0" y="4713684"/>
                </a:cubicBezTo>
                <a:lnTo>
                  <a:pt x="0" y="210741"/>
                </a:lnTo>
                <a:cubicBezTo>
                  <a:pt x="0" y="94352"/>
                  <a:pt x="94352" y="0"/>
                  <a:pt x="210741" y="0"/>
                </a:cubicBez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1">
                    <a:alpha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Image Placeholder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95069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755D5CE0-1F91-2D88-89A3-C7B6128D9C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66800" y="0"/>
            <a:ext cx="10058400" cy="3429000"/>
          </a:xfrm>
          <a:custGeom>
            <a:avLst/>
            <a:gdLst>
              <a:gd name="connsiteX0" fmla="*/ 0 w 10058400"/>
              <a:gd name="connsiteY0" fmla="*/ 0 h 3429000"/>
              <a:gd name="connsiteX1" fmla="*/ 10058400 w 10058400"/>
              <a:gd name="connsiteY1" fmla="*/ 0 h 3429000"/>
              <a:gd name="connsiteX2" fmla="*/ 10058400 w 10058400"/>
              <a:gd name="connsiteY2" fmla="*/ 3222820 h 3429000"/>
              <a:gd name="connsiteX3" fmla="*/ 9852220 w 10058400"/>
              <a:gd name="connsiteY3" fmla="*/ 3429000 h 3429000"/>
              <a:gd name="connsiteX4" fmla="*/ 206180 w 10058400"/>
              <a:gd name="connsiteY4" fmla="*/ 3429000 h 3429000"/>
              <a:gd name="connsiteX5" fmla="*/ 0 w 10058400"/>
              <a:gd name="connsiteY5" fmla="*/ 322282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58400" h="3429000">
                <a:moveTo>
                  <a:pt x="0" y="0"/>
                </a:moveTo>
                <a:lnTo>
                  <a:pt x="10058400" y="0"/>
                </a:lnTo>
                <a:lnTo>
                  <a:pt x="10058400" y="3222820"/>
                </a:lnTo>
                <a:cubicBezTo>
                  <a:pt x="10058400" y="3336690"/>
                  <a:pt x="9966090" y="3429000"/>
                  <a:pt x="9852220" y="3429000"/>
                </a:cubicBezTo>
                <a:lnTo>
                  <a:pt x="206180" y="3429000"/>
                </a:lnTo>
                <a:cubicBezTo>
                  <a:pt x="92310" y="3429000"/>
                  <a:pt x="0" y="3336690"/>
                  <a:pt x="0" y="322282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>
              <a:defRPr lang="en-US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77307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FB832E80-30B2-A653-F1EB-E2FF8786C1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90092" y="2095580"/>
            <a:ext cx="2642770" cy="2642770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58313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9B6A6-E268-7B79-25CF-5839C5DEB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63568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74CF8B9C-7320-30D3-DEF3-009DDD35F60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235075" y="2088985"/>
            <a:ext cx="1731426" cy="2879233"/>
          </a:xfrm>
          <a:prstGeom prst="roundRect">
            <a:avLst>
              <a:gd name="adj" fmla="val 2731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1">
                    <a:alpha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Image Placeholder</a:t>
            </a:r>
            <a:endParaRPr lang="en-ID" dirty="0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227D7713-D35D-B1B7-E530-95EE23F5E2C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232681" y="2558183"/>
            <a:ext cx="1731426" cy="2879233"/>
          </a:xfrm>
          <a:prstGeom prst="roundRect">
            <a:avLst>
              <a:gd name="adj" fmla="val 2731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1">
                    <a:alpha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Image Placeholder</a:t>
            </a:r>
            <a:endParaRPr lang="en-ID" dirty="0"/>
          </a:p>
        </p:txBody>
      </p:sp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AF7F0235-4E0C-AA0D-A04C-0D813CEC0C8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230287" y="2088985"/>
            <a:ext cx="1731426" cy="2879233"/>
          </a:xfrm>
          <a:prstGeom prst="roundRect">
            <a:avLst>
              <a:gd name="adj" fmla="val 2731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1">
                    <a:alpha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Image Placeholder</a:t>
            </a:r>
            <a:endParaRPr lang="en-ID" dirty="0"/>
          </a:p>
        </p:txBody>
      </p:sp>
      <p:sp>
        <p:nvSpPr>
          <p:cNvPr id="6" name="Picture Placeholder 16">
            <a:extLst>
              <a:ext uri="{FF2B5EF4-FFF2-40B4-BE49-F238E27FC236}">
                <a16:creationId xmlns:a16="http://schemas.microsoft.com/office/drawing/2014/main" id="{5DFA656B-A4B9-ABB6-924C-3ACAE81BB87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27893" y="2558183"/>
            <a:ext cx="1731426" cy="2879233"/>
          </a:xfrm>
          <a:prstGeom prst="roundRect">
            <a:avLst>
              <a:gd name="adj" fmla="val 2731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1">
                    <a:alpha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Image Placeholder</a:t>
            </a:r>
            <a:endParaRPr lang="en-ID" dirty="0"/>
          </a:p>
        </p:txBody>
      </p:sp>
      <p:sp>
        <p:nvSpPr>
          <p:cNvPr id="7" name="Picture Placeholder 17">
            <a:extLst>
              <a:ext uri="{FF2B5EF4-FFF2-40B4-BE49-F238E27FC236}">
                <a16:creationId xmlns:a16="http://schemas.microsoft.com/office/drawing/2014/main" id="{1E09CD01-3341-E578-3E1F-95630C53050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225499" y="2088985"/>
            <a:ext cx="1731426" cy="2879233"/>
          </a:xfrm>
          <a:prstGeom prst="roundRect">
            <a:avLst>
              <a:gd name="adj" fmla="val 2731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1">
                    <a:alpha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Image Placeholder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79950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51B585AE-0E3C-A198-8EFC-4C2B3B1914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89210" y="0"/>
            <a:ext cx="4306790" cy="3429000"/>
          </a:xfrm>
          <a:custGeom>
            <a:avLst/>
            <a:gdLst>
              <a:gd name="connsiteX0" fmla="*/ 0 w 4343400"/>
              <a:gd name="connsiteY0" fmla="*/ 0 h 3429000"/>
              <a:gd name="connsiteX1" fmla="*/ 4343400 w 4343400"/>
              <a:gd name="connsiteY1" fmla="*/ 0 h 3429000"/>
              <a:gd name="connsiteX2" fmla="*/ 4343400 w 4343400"/>
              <a:gd name="connsiteY2" fmla="*/ 3429000 h 3429000"/>
              <a:gd name="connsiteX3" fmla="*/ 0 w 43434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43400" h="3429000">
                <a:moveTo>
                  <a:pt x="0" y="0"/>
                </a:moveTo>
                <a:lnTo>
                  <a:pt x="4343400" y="0"/>
                </a:lnTo>
                <a:lnTo>
                  <a:pt x="4343400" y="3429000"/>
                </a:lnTo>
                <a:lnTo>
                  <a:pt x="0" y="3429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>
              <a:defRPr lang="en-US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E778090E-51ED-CB55-16FB-FB50A9C0CB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3429000"/>
            <a:ext cx="6096000" cy="3429000"/>
          </a:xfrm>
          <a:custGeom>
            <a:avLst/>
            <a:gdLst>
              <a:gd name="connsiteX0" fmla="*/ 0 w 5029201"/>
              <a:gd name="connsiteY0" fmla="*/ 0 h 3429000"/>
              <a:gd name="connsiteX1" fmla="*/ 5029201 w 5029201"/>
              <a:gd name="connsiteY1" fmla="*/ 0 h 3429000"/>
              <a:gd name="connsiteX2" fmla="*/ 5029201 w 5029201"/>
              <a:gd name="connsiteY2" fmla="*/ 3429000 h 3429000"/>
              <a:gd name="connsiteX3" fmla="*/ 0 w 5029201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29201" h="3429000">
                <a:moveTo>
                  <a:pt x="0" y="0"/>
                </a:moveTo>
                <a:lnTo>
                  <a:pt x="5029201" y="0"/>
                </a:lnTo>
                <a:lnTo>
                  <a:pt x="5029201" y="3429000"/>
                </a:lnTo>
                <a:lnTo>
                  <a:pt x="0" y="3429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>
              <a:defRPr lang="en-US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18680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425D6A2C-F4D4-DEED-5BFF-CEC176C8C66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850163" y="939681"/>
            <a:ext cx="3989761" cy="4978638"/>
          </a:xfrm>
          <a:custGeom>
            <a:avLst/>
            <a:gdLst>
              <a:gd name="connsiteX0" fmla="*/ 0 w 3989761"/>
              <a:gd name="connsiteY0" fmla="*/ 0 h 4978638"/>
              <a:gd name="connsiteX1" fmla="*/ 3989761 w 3989761"/>
              <a:gd name="connsiteY1" fmla="*/ 0 h 4978638"/>
              <a:gd name="connsiteX2" fmla="*/ 3989761 w 3989761"/>
              <a:gd name="connsiteY2" fmla="*/ 4978638 h 4978638"/>
              <a:gd name="connsiteX3" fmla="*/ 0 w 3989761"/>
              <a:gd name="connsiteY3" fmla="*/ 4978638 h 4978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89761" h="4978638">
                <a:moveTo>
                  <a:pt x="0" y="0"/>
                </a:moveTo>
                <a:lnTo>
                  <a:pt x="3989761" y="0"/>
                </a:lnTo>
                <a:lnTo>
                  <a:pt x="3989761" y="4978638"/>
                </a:lnTo>
                <a:lnTo>
                  <a:pt x="0" y="4978638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1">
                    <a:alpha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Image Placeholder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926052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1CB62F0B-4B3D-E825-3113-B95C4138C9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00130" y="0"/>
            <a:ext cx="5020940" cy="5346700"/>
          </a:xfrm>
          <a:custGeom>
            <a:avLst/>
            <a:gdLst>
              <a:gd name="connsiteX0" fmla="*/ 0 w 5020940"/>
              <a:gd name="connsiteY0" fmla="*/ 0 h 5346700"/>
              <a:gd name="connsiteX1" fmla="*/ 5020940 w 5020940"/>
              <a:gd name="connsiteY1" fmla="*/ 0 h 5346700"/>
              <a:gd name="connsiteX2" fmla="*/ 5020940 w 5020940"/>
              <a:gd name="connsiteY2" fmla="*/ 5196775 h 5346700"/>
              <a:gd name="connsiteX3" fmla="*/ 4871015 w 5020940"/>
              <a:gd name="connsiteY3" fmla="*/ 5346700 h 5346700"/>
              <a:gd name="connsiteX4" fmla="*/ 149925 w 5020940"/>
              <a:gd name="connsiteY4" fmla="*/ 5346700 h 5346700"/>
              <a:gd name="connsiteX5" fmla="*/ 0 w 5020940"/>
              <a:gd name="connsiteY5" fmla="*/ 5196775 h 534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20940" h="5346700">
                <a:moveTo>
                  <a:pt x="0" y="0"/>
                </a:moveTo>
                <a:lnTo>
                  <a:pt x="5020940" y="0"/>
                </a:lnTo>
                <a:lnTo>
                  <a:pt x="5020940" y="5196775"/>
                </a:lnTo>
                <a:cubicBezTo>
                  <a:pt x="5020940" y="5279576"/>
                  <a:pt x="4953816" y="5346700"/>
                  <a:pt x="4871015" y="5346700"/>
                </a:cubicBezTo>
                <a:lnTo>
                  <a:pt x="149925" y="5346700"/>
                </a:lnTo>
                <a:cubicBezTo>
                  <a:pt x="67124" y="5346700"/>
                  <a:pt x="0" y="5279576"/>
                  <a:pt x="0" y="5196775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>
              <a:defRPr lang="en-US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23305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43DC40D-9785-4886-0139-B37EE28FCD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27580"/>
            <a:ext cx="1358512" cy="2767543"/>
          </a:xfrm>
          <a:custGeom>
            <a:avLst/>
            <a:gdLst>
              <a:gd name="connsiteX0" fmla="*/ 0 w 1358512"/>
              <a:gd name="connsiteY0" fmla="*/ 0 h 2767543"/>
              <a:gd name="connsiteX1" fmla="*/ 1123623 w 1358512"/>
              <a:gd name="connsiteY1" fmla="*/ 0 h 2767543"/>
              <a:gd name="connsiteX2" fmla="*/ 1358512 w 1358512"/>
              <a:gd name="connsiteY2" fmla="*/ 234889 h 2767543"/>
              <a:gd name="connsiteX3" fmla="*/ 1358512 w 1358512"/>
              <a:gd name="connsiteY3" fmla="*/ 2532654 h 2767543"/>
              <a:gd name="connsiteX4" fmla="*/ 1123623 w 1358512"/>
              <a:gd name="connsiteY4" fmla="*/ 2767543 h 2767543"/>
              <a:gd name="connsiteX5" fmla="*/ 0 w 1358512"/>
              <a:gd name="connsiteY5" fmla="*/ 2767543 h 2767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58512" h="2767543">
                <a:moveTo>
                  <a:pt x="0" y="0"/>
                </a:moveTo>
                <a:lnTo>
                  <a:pt x="1123623" y="0"/>
                </a:lnTo>
                <a:cubicBezTo>
                  <a:pt x="1253349" y="0"/>
                  <a:pt x="1358512" y="105163"/>
                  <a:pt x="1358512" y="234889"/>
                </a:cubicBezTo>
                <a:lnTo>
                  <a:pt x="1358512" y="2532654"/>
                </a:lnTo>
                <a:cubicBezTo>
                  <a:pt x="1358512" y="2662380"/>
                  <a:pt x="1253349" y="2767543"/>
                  <a:pt x="1123623" y="2767543"/>
                </a:cubicBezTo>
                <a:lnTo>
                  <a:pt x="0" y="276754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lang="en-US" sz="14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EE97FC4F-378C-E51D-117F-CE8FA7E0B8A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762879"/>
            <a:ext cx="3369191" cy="2348883"/>
          </a:xfrm>
          <a:custGeom>
            <a:avLst/>
            <a:gdLst>
              <a:gd name="connsiteX0" fmla="*/ 0 w 3369191"/>
              <a:gd name="connsiteY0" fmla="*/ 0 h 2348883"/>
              <a:gd name="connsiteX1" fmla="*/ 2990410 w 3369191"/>
              <a:gd name="connsiteY1" fmla="*/ 0 h 2348883"/>
              <a:gd name="connsiteX2" fmla="*/ 3369191 w 3369191"/>
              <a:gd name="connsiteY2" fmla="*/ 378781 h 2348883"/>
              <a:gd name="connsiteX3" fmla="*/ 3369191 w 3369191"/>
              <a:gd name="connsiteY3" fmla="*/ 1970102 h 2348883"/>
              <a:gd name="connsiteX4" fmla="*/ 2990410 w 3369191"/>
              <a:gd name="connsiteY4" fmla="*/ 2348883 h 2348883"/>
              <a:gd name="connsiteX5" fmla="*/ 0 w 3369191"/>
              <a:gd name="connsiteY5" fmla="*/ 2348883 h 2348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69191" h="2348883">
                <a:moveTo>
                  <a:pt x="0" y="0"/>
                </a:moveTo>
                <a:lnTo>
                  <a:pt x="2990410" y="0"/>
                </a:lnTo>
                <a:cubicBezTo>
                  <a:pt x="3199605" y="0"/>
                  <a:pt x="3369191" y="169586"/>
                  <a:pt x="3369191" y="378781"/>
                </a:cubicBezTo>
                <a:lnTo>
                  <a:pt x="3369191" y="1970102"/>
                </a:lnTo>
                <a:cubicBezTo>
                  <a:pt x="3369191" y="2179297"/>
                  <a:pt x="3199605" y="2348883"/>
                  <a:pt x="2990410" y="2348883"/>
                </a:cubicBezTo>
                <a:lnTo>
                  <a:pt x="0" y="234888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lang="en-US" sz="14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4A6451E2-3A86-4EE4-E23D-84A5345C60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88305" y="3327580"/>
            <a:ext cx="2883885" cy="1979313"/>
          </a:xfrm>
          <a:prstGeom prst="roundRect">
            <a:avLst/>
          </a:prstGeom>
        </p:spPr>
        <p:txBody>
          <a:bodyPr wrap="square" anchor="ctr">
            <a:noAutofit/>
          </a:bodyPr>
          <a:lstStyle>
            <a:lvl1pPr marL="0" indent="0">
              <a:buNone/>
              <a:defRPr lang="en-US" sz="14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6A6176CE-A04F-A92B-6899-C3F0CCEBE29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57039" y="1592840"/>
            <a:ext cx="3360066" cy="2536973"/>
          </a:xfrm>
          <a:custGeom>
            <a:avLst/>
            <a:gdLst>
              <a:gd name="connsiteX0" fmla="*/ 206053 w 3360066"/>
              <a:gd name="connsiteY0" fmla="*/ 0 h 2536973"/>
              <a:gd name="connsiteX1" fmla="*/ 3154013 w 3360066"/>
              <a:gd name="connsiteY1" fmla="*/ 0 h 2536973"/>
              <a:gd name="connsiteX2" fmla="*/ 3360066 w 3360066"/>
              <a:gd name="connsiteY2" fmla="*/ 206053 h 2536973"/>
              <a:gd name="connsiteX3" fmla="*/ 3360066 w 3360066"/>
              <a:gd name="connsiteY3" fmla="*/ 2330920 h 2536973"/>
              <a:gd name="connsiteX4" fmla="*/ 3154013 w 3360066"/>
              <a:gd name="connsiteY4" fmla="*/ 2536973 h 2536973"/>
              <a:gd name="connsiteX5" fmla="*/ 206053 w 3360066"/>
              <a:gd name="connsiteY5" fmla="*/ 2536973 h 2536973"/>
              <a:gd name="connsiteX6" fmla="*/ 0 w 3360066"/>
              <a:gd name="connsiteY6" fmla="*/ 2330920 h 2536973"/>
              <a:gd name="connsiteX7" fmla="*/ 0 w 3360066"/>
              <a:gd name="connsiteY7" fmla="*/ 206053 h 2536973"/>
              <a:gd name="connsiteX8" fmla="*/ 206053 w 3360066"/>
              <a:gd name="connsiteY8" fmla="*/ 0 h 2536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60066" h="2536973">
                <a:moveTo>
                  <a:pt x="206053" y="0"/>
                </a:moveTo>
                <a:lnTo>
                  <a:pt x="3154013" y="0"/>
                </a:lnTo>
                <a:cubicBezTo>
                  <a:pt x="3267813" y="0"/>
                  <a:pt x="3360066" y="92253"/>
                  <a:pt x="3360066" y="206053"/>
                </a:cubicBezTo>
                <a:lnTo>
                  <a:pt x="3360066" y="2330920"/>
                </a:lnTo>
                <a:cubicBezTo>
                  <a:pt x="3360066" y="2444720"/>
                  <a:pt x="3267813" y="2536973"/>
                  <a:pt x="3154013" y="2536973"/>
                </a:cubicBezTo>
                <a:lnTo>
                  <a:pt x="206053" y="2536973"/>
                </a:lnTo>
                <a:cubicBezTo>
                  <a:pt x="92253" y="2536973"/>
                  <a:pt x="0" y="2444720"/>
                  <a:pt x="0" y="2330920"/>
                </a:cubicBezTo>
                <a:lnTo>
                  <a:pt x="0" y="206053"/>
                </a:lnTo>
                <a:cubicBezTo>
                  <a:pt x="0" y="92253"/>
                  <a:pt x="92253" y="0"/>
                  <a:pt x="20605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solidFill>
              <a:schemeClr val="bg1"/>
            </a:solidFill>
          </a:ln>
          <a:effectLst>
            <a:outerShdw blurRad="660400" sx="102000" sy="102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>
              <a:buNone/>
              <a:defRPr lang="en-US" sz="14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401195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47B5A7F-92AC-031F-AE73-7CD74A9987DA}"/>
              </a:ext>
            </a:extLst>
          </p:cNvPr>
          <p:cNvSpPr/>
          <p:nvPr/>
        </p:nvSpPr>
        <p:spPr>
          <a:xfrm>
            <a:off x="7470624" y="0"/>
            <a:ext cx="4721376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95BD6CD-6B98-7404-62AB-3A6D3DE1D765}"/>
              </a:ext>
            </a:extLst>
          </p:cNvPr>
          <p:cNvSpPr/>
          <p:nvPr/>
        </p:nvSpPr>
        <p:spPr>
          <a:xfrm>
            <a:off x="7470624" y="2287548"/>
            <a:ext cx="4721376" cy="2300958"/>
          </a:xfrm>
          <a:prstGeom prst="roundRect">
            <a:avLst>
              <a:gd name="adj" fmla="val 8719"/>
            </a:avLst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Picture Placeholder 16">
            <a:extLst>
              <a:ext uri="{FF2B5EF4-FFF2-40B4-BE49-F238E27FC236}">
                <a16:creationId xmlns:a16="http://schemas.microsoft.com/office/drawing/2014/main" id="{A01B9E24-B481-6719-F3E7-A0AB1F98D9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86285" y="426697"/>
            <a:ext cx="673406" cy="673406"/>
          </a:xfrm>
          <a:custGeom>
            <a:avLst/>
            <a:gdLst>
              <a:gd name="connsiteX0" fmla="*/ 336703 w 673406"/>
              <a:gd name="connsiteY0" fmla="*/ 0 h 673406"/>
              <a:gd name="connsiteX1" fmla="*/ 673406 w 673406"/>
              <a:gd name="connsiteY1" fmla="*/ 336703 h 673406"/>
              <a:gd name="connsiteX2" fmla="*/ 336703 w 673406"/>
              <a:gd name="connsiteY2" fmla="*/ 673406 h 673406"/>
              <a:gd name="connsiteX3" fmla="*/ 0 w 673406"/>
              <a:gd name="connsiteY3" fmla="*/ 336703 h 673406"/>
              <a:gd name="connsiteX4" fmla="*/ 336703 w 673406"/>
              <a:gd name="connsiteY4" fmla="*/ 0 h 673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3406" h="673406">
                <a:moveTo>
                  <a:pt x="336703" y="0"/>
                </a:moveTo>
                <a:cubicBezTo>
                  <a:pt x="522659" y="0"/>
                  <a:pt x="673406" y="150747"/>
                  <a:pt x="673406" y="336703"/>
                </a:cubicBezTo>
                <a:cubicBezTo>
                  <a:pt x="673406" y="522659"/>
                  <a:pt x="522659" y="673406"/>
                  <a:pt x="336703" y="673406"/>
                </a:cubicBezTo>
                <a:cubicBezTo>
                  <a:pt x="150747" y="673406"/>
                  <a:pt x="0" y="522659"/>
                  <a:pt x="0" y="336703"/>
                </a:cubicBezTo>
                <a:cubicBezTo>
                  <a:pt x="0" y="150747"/>
                  <a:pt x="150747" y="0"/>
                  <a:pt x="33670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lang="en-US" sz="900" dirty="0">
                <a:solidFill>
                  <a:schemeClr val="bg1">
                    <a:lumMod val="75000"/>
                  </a:schemeClr>
                </a:solidFill>
                <a:latin typeface="Heebo" pitchFamily="2" charset="-79"/>
                <a:cs typeface="Heebo" pitchFamily="2" charset="-79"/>
              </a:defRPr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17">
            <a:extLst>
              <a:ext uri="{FF2B5EF4-FFF2-40B4-BE49-F238E27FC236}">
                <a16:creationId xmlns:a16="http://schemas.microsoft.com/office/drawing/2014/main" id="{C4DA5FB9-6742-EFBF-C2EF-14061BBD7E3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86285" y="2714245"/>
            <a:ext cx="673406" cy="673406"/>
          </a:xfrm>
          <a:custGeom>
            <a:avLst/>
            <a:gdLst>
              <a:gd name="connsiteX0" fmla="*/ 336703 w 673406"/>
              <a:gd name="connsiteY0" fmla="*/ 0 h 673406"/>
              <a:gd name="connsiteX1" fmla="*/ 673406 w 673406"/>
              <a:gd name="connsiteY1" fmla="*/ 336703 h 673406"/>
              <a:gd name="connsiteX2" fmla="*/ 336703 w 673406"/>
              <a:gd name="connsiteY2" fmla="*/ 673406 h 673406"/>
              <a:gd name="connsiteX3" fmla="*/ 0 w 673406"/>
              <a:gd name="connsiteY3" fmla="*/ 336703 h 673406"/>
              <a:gd name="connsiteX4" fmla="*/ 336703 w 673406"/>
              <a:gd name="connsiteY4" fmla="*/ 0 h 673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3406" h="673406">
                <a:moveTo>
                  <a:pt x="336703" y="0"/>
                </a:moveTo>
                <a:cubicBezTo>
                  <a:pt x="522659" y="0"/>
                  <a:pt x="673406" y="150747"/>
                  <a:pt x="673406" y="336703"/>
                </a:cubicBezTo>
                <a:cubicBezTo>
                  <a:pt x="673406" y="522659"/>
                  <a:pt x="522659" y="673406"/>
                  <a:pt x="336703" y="673406"/>
                </a:cubicBezTo>
                <a:cubicBezTo>
                  <a:pt x="150747" y="673406"/>
                  <a:pt x="0" y="522659"/>
                  <a:pt x="0" y="336703"/>
                </a:cubicBezTo>
                <a:cubicBezTo>
                  <a:pt x="0" y="150747"/>
                  <a:pt x="150747" y="0"/>
                  <a:pt x="33670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lang="en-US" sz="900" dirty="0">
                <a:solidFill>
                  <a:schemeClr val="bg1">
                    <a:lumMod val="75000"/>
                  </a:schemeClr>
                </a:solidFill>
                <a:latin typeface="Heebo" pitchFamily="2" charset="-79"/>
                <a:cs typeface="Heebo" pitchFamily="2" charset="-79"/>
              </a:defRPr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1">
            <a:extLst>
              <a:ext uri="{FF2B5EF4-FFF2-40B4-BE49-F238E27FC236}">
                <a16:creationId xmlns:a16="http://schemas.microsoft.com/office/drawing/2014/main" id="{52949D9E-6716-4887-BF32-CA6549EC3EB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86285" y="5001793"/>
            <a:ext cx="673406" cy="673406"/>
          </a:xfrm>
          <a:custGeom>
            <a:avLst/>
            <a:gdLst>
              <a:gd name="connsiteX0" fmla="*/ 336703 w 673406"/>
              <a:gd name="connsiteY0" fmla="*/ 0 h 673406"/>
              <a:gd name="connsiteX1" fmla="*/ 673406 w 673406"/>
              <a:gd name="connsiteY1" fmla="*/ 336703 h 673406"/>
              <a:gd name="connsiteX2" fmla="*/ 336703 w 673406"/>
              <a:gd name="connsiteY2" fmla="*/ 673406 h 673406"/>
              <a:gd name="connsiteX3" fmla="*/ 0 w 673406"/>
              <a:gd name="connsiteY3" fmla="*/ 336703 h 673406"/>
              <a:gd name="connsiteX4" fmla="*/ 336703 w 673406"/>
              <a:gd name="connsiteY4" fmla="*/ 0 h 673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3406" h="673406">
                <a:moveTo>
                  <a:pt x="336703" y="0"/>
                </a:moveTo>
                <a:cubicBezTo>
                  <a:pt x="522659" y="0"/>
                  <a:pt x="673406" y="150747"/>
                  <a:pt x="673406" y="336703"/>
                </a:cubicBezTo>
                <a:cubicBezTo>
                  <a:pt x="673406" y="522659"/>
                  <a:pt x="522659" y="673406"/>
                  <a:pt x="336703" y="673406"/>
                </a:cubicBezTo>
                <a:cubicBezTo>
                  <a:pt x="150747" y="673406"/>
                  <a:pt x="0" y="522659"/>
                  <a:pt x="0" y="336703"/>
                </a:cubicBezTo>
                <a:cubicBezTo>
                  <a:pt x="0" y="150747"/>
                  <a:pt x="150747" y="0"/>
                  <a:pt x="33670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lang="en-US" sz="900" dirty="0">
                <a:solidFill>
                  <a:schemeClr val="bg1">
                    <a:lumMod val="75000"/>
                  </a:schemeClr>
                </a:solidFill>
                <a:latin typeface="Heebo" pitchFamily="2" charset="-79"/>
                <a:cs typeface="Heebo" pitchFamily="2" charset="-79"/>
              </a:defRPr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493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77001F8A-CA8D-1B31-E403-13C13F1CBF34}"/>
              </a:ext>
            </a:extLst>
          </p:cNvPr>
          <p:cNvSpPr/>
          <p:nvPr/>
        </p:nvSpPr>
        <p:spPr>
          <a:xfrm>
            <a:off x="419623" y="2796062"/>
            <a:ext cx="2644183" cy="2644185"/>
          </a:xfrm>
          <a:prstGeom prst="ellipse">
            <a:avLst/>
          </a:prstGeom>
          <a:solidFill>
            <a:schemeClr val="accent4">
              <a:alpha val="20000"/>
            </a:schemeClr>
          </a:solidFill>
          <a:ln>
            <a:noFill/>
          </a:ln>
          <a:effectLst>
            <a:softEdge rad="762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ID" sz="1200" dirty="0">
              <a:latin typeface="Roboto Light" panose="02000000000000000000" pitchFamily="2" charset="0"/>
              <a:ea typeface="Roboto Light" panose="02000000000000000000" pitchFamily="2" charset="0"/>
              <a:cs typeface="Open Sans" panose="020B0606030504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904F61-5B06-15DB-7F41-DA1204B4FA87}"/>
              </a:ext>
            </a:extLst>
          </p:cNvPr>
          <p:cNvGrpSpPr/>
          <p:nvPr/>
        </p:nvGrpSpPr>
        <p:grpSpPr>
          <a:xfrm>
            <a:off x="5739632" y="2930136"/>
            <a:ext cx="4630512" cy="3324978"/>
            <a:chOff x="5255365" y="1696774"/>
            <a:chExt cx="4630512" cy="332497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4839366-F02F-4196-4140-31E09A697D63}"/>
                </a:ext>
              </a:extLst>
            </p:cNvPr>
            <p:cNvSpPr/>
            <p:nvPr/>
          </p:nvSpPr>
          <p:spPr>
            <a:xfrm>
              <a:off x="6577457" y="1713329"/>
              <a:ext cx="3308420" cy="3308423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  <a:effectLst>
              <a:softEdge rad="762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D" sz="12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AD94AF3-282D-A880-5DC6-499879836E7A}"/>
                </a:ext>
              </a:extLst>
            </p:cNvPr>
            <p:cNvSpPr/>
            <p:nvPr/>
          </p:nvSpPr>
          <p:spPr>
            <a:xfrm>
              <a:off x="5255365" y="1696774"/>
              <a:ext cx="2644183" cy="2644185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762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D" sz="12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A0A1BCD-2BD2-DD01-63F5-420D79EBFA8A}"/>
              </a:ext>
            </a:extLst>
          </p:cNvPr>
          <p:cNvSpPr/>
          <p:nvPr/>
        </p:nvSpPr>
        <p:spPr>
          <a:xfrm>
            <a:off x="6096000" y="0"/>
            <a:ext cx="6096000" cy="4279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74A67F-2029-A7D9-5E4A-B6B19380D499}"/>
              </a:ext>
            </a:extLst>
          </p:cNvPr>
          <p:cNvSpPr/>
          <p:nvPr/>
        </p:nvSpPr>
        <p:spPr>
          <a:xfrm>
            <a:off x="0" y="0"/>
            <a:ext cx="6096000" cy="4279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A2153197-F730-0520-644D-B35D72883C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24375" y="602886"/>
            <a:ext cx="2543251" cy="3677014"/>
          </a:xfrm>
          <a:custGeom>
            <a:avLst/>
            <a:gdLst>
              <a:gd name="connsiteX0" fmla="*/ 0 w 2543251"/>
              <a:gd name="connsiteY0" fmla="*/ 0 h 3677014"/>
              <a:gd name="connsiteX1" fmla="*/ 2543251 w 2543251"/>
              <a:gd name="connsiteY1" fmla="*/ 0 h 3677014"/>
              <a:gd name="connsiteX2" fmla="*/ 2543251 w 2543251"/>
              <a:gd name="connsiteY2" fmla="*/ 3677014 h 3677014"/>
              <a:gd name="connsiteX3" fmla="*/ 0 w 2543251"/>
              <a:gd name="connsiteY3" fmla="*/ 3677014 h 3677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43251" h="3677014">
                <a:moveTo>
                  <a:pt x="0" y="0"/>
                </a:moveTo>
                <a:lnTo>
                  <a:pt x="2543251" y="0"/>
                </a:lnTo>
                <a:lnTo>
                  <a:pt x="2543251" y="3677014"/>
                </a:lnTo>
                <a:lnTo>
                  <a:pt x="0" y="367701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US" sz="2000" dirty="0">
                <a:solidFill>
                  <a:schemeClr val="bg1">
                    <a:lumMod val="75000"/>
                  </a:schemeClr>
                </a:solidFill>
                <a:latin typeface="Heebo" pitchFamily="2" charset="-79"/>
                <a:cs typeface="Heebo" pitchFamily="2" charset="-79"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0272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B86F8BB4-3EF8-4204-5848-B296086354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66801" y="1285996"/>
            <a:ext cx="10058399" cy="3528703"/>
          </a:xfrm>
          <a:custGeom>
            <a:avLst/>
            <a:gdLst>
              <a:gd name="connsiteX0" fmla="*/ 156322 w 10134599"/>
              <a:gd name="connsiteY0" fmla="*/ 0 h 3528703"/>
              <a:gd name="connsiteX1" fmla="*/ 9978277 w 10134599"/>
              <a:gd name="connsiteY1" fmla="*/ 0 h 3528703"/>
              <a:gd name="connsiteX2" fmla="*/ 10134599 w 10134599"/>
              <a:gd name="connsiteY2" fmla="*/ 156322 h 3528703"/>
              <a:gd name="connsiteX3" fmla="*/ 10134599 w 10134599"/>
              <a:gd name="connsiteY3" fmla="*/ 3372381 h 3528703"/>
              <a:gd name="connsiteX4" fmla="*/ 9978277 w 10134599"/>
              <a:gd name="connsiteY4" fmla="*/ 3528703 h 3528703"/>
              <a:gd name="connsiteX5" fmla="*/ 156322 w 10134599"/>
              <a:gd name="connsiteY5" fmla="*/ 3528703 h 3528703"/>
              <a:gd name="connsiteX6" fmla="*/ 0 w 10134599"/>
              <a:gd name="connsiteY6" fmla="*/ 3372381 h 3528703"/>
              <a:gd name="connsiteX7" fmla="*/ 0 w 10134599"/>
              <a:gd name="connsiteY7" fmla="*/ 156322 h 3528703"/>
              <a:gd name="connsiteX8" fmla="*/ 156322 w 10134599"/>
              <a:gd name="connsiteY8" fmla="*/ 0 h 3528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134599" h="3528703">
                <a:moveTo>
                  <a:pt x="156322" y="0"/>
                </a:moveTo>
                <a:lnTo>
                  <a:pt x="9978277" y="0"/>
                </a:lnTo>
                <a:cubicBezTo>
                  <a:pt x="10064611" y="0"/>
                  <a:pt x="10134599" y="69988"/>
                  <a:pt x="10134599" y="156322"/>
                </a:cubicBezTo>
                <a:lnTo>
                  <a:pt x="10134599" y="3372381"/>
                </a:lnTo>
                <a:cubicBezTo>
                  <a:pt x="10134599" y="3458715"/>
                  <a:pt x="10064611" y="3528703"/>
                  <a:pt x="9978277" y="3528703"/>
                </a:cubicBezTo>
                <a:lnTo>
                  <a:pt x="156322" y="3528703"/>
                </a:lnTo>
                <a:cubicBezTo>
                  <a:pt x="69988" y="3528703"/>
                  <a:pt x="0" y="3458715"/>
                  <a:pt x="0" y="3372381"/>
                </a:cubicBezTo>
                <a:lnTo>
                  <a:pt x="0" y="156322"/>
                </a:lnTo>
                <a:cubicBezTo>
                  <a:pt x="0" y="69988"/>
                  <a:pt x="69988" y="0"/>
                  <a:pt x="156322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>
              <a:defRPr lang="en-US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109385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9C2F5119-905B-614F-1E45-7A87063D020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230723" y="1590879"/>
            <a:ext cx="2439124" cy="2324100"/>
          </a:xfrm>
          <a:custGeom>
            <a:avLst/>
            <a:gdLst>
              <a:gd name="connsiteX0" fmla="*/ 63518 w 2439124"/>
              <a:gd name="connsiteY0" fmla="*/ 0 h 2324100"/>
              <a:gd name="connsiteX1" fmla="*/ 2375606 w 2439124"/>
              <a:gd name="connsiteY1" fmla="*/ 0 h 2324100"/>
              <a:gd name="connsiteX2" fmla="*/ 2439124 w 2439124"/>
              <a:gd name="connsiteY2" fmla="*/ 63518 h 2324100"/>
              <a:gd name="connsiteX3" fmla="*/ 2439124 w 2439124"/>
              <a:gd name="connsiteY3" fmla="*/ 2260582 h 2324100"/>
              <a:gd name="connsiteX4" fmla="*/ 2375606 w 2439124"/>
              <a:gd name="connsiteY4" fmla="*/ 2324100 h 2324100"/>
              <a:gd name="connsiteX5" fmla="*/ 63518 w 2439124"/>
              <a:gd name="connsiteY5" fmla="*/ 2324100 h 2324100"/>
              <a:gd name="connsiteX6" fmla="*/ 0 w 2439124"/>
              <a:gd name="connsiteY6" fmla="*/ 2260582 h 2324100"/>
              <a:gd name="connsiteX7" fmla="*/ 0 w 2439124"/>
              <a:gd name="connsiteY7" fmla="*/ 63518 h 2324100"/>
              <a:gd name="connsiteX8" fmla="*/ 63518 w 2439124"/>
              <a:gd name="connsiteY8" fmla="*/ 0 h 2324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9124" h="2324100">
                <a:moveTo>
                  <a:pt x="63518" y="0"/>
                </a:moveTo>
                <a:lnTo>
                  <a:pt x="2375606" y="0"/>
                </a:lnTo>
                <a:cubicBezTo>
                  <a:pt x="2410686" y="0"/>
                  <a:pt x="2439124" y="28438"/>
                  <a:pt x="2439124" y="63518"/>
                </a:cubicBezTo>
                <a:lnTo>
                  <a:pt x="2439124" y="2260582"/>
                </a:lnTo>
                <a:cubicBezTo>
                  <a:pt x="2439124" y="2295662"/>
                  <a:pt x="2410686" y="2324100"/>
                  <a:pt x="2375606" y="2324100"/>
                </a:cubicBezTo>
                <a:lnTo>
                  <a:pt x="63518" y="2324100"/>
                </a:lnTo>
                <a:cubicBezTo>
                  <a:pt x="28438" y="2324100"/>
                  <a:pt x="0" y="2295662"/>
                  <a:pt x="0" y="2260582"/>
                </a:cubicBezTo>
                <a:lnTo>
                  <a:pt x="0" y="63518"/>
                </a:lnTo>
                <a:cubicBezTo>
                  <a:pt x="0" y="28438"/>
                  <a:pt x="28438" y="0"/>
                  <a:pt x="63518" y="0"/>
                </a:cubicBez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1">
                    <a:alpha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Image Placeholder</a:t>
            </a:r>
            <a:endParaRPr lang="en-ID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9A78298F-E519-DA45-D362-F568E63AE54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449382" y="1590879"/>
            <a:ext cx="2439124" cy="2324100"/>
          </a:xfrm>
          <a:custGeom>
            <a:avLst/>
            <a:gdLst>
              <a:gd name="connsiteX0" fmla="*/ 63518 w 2439124"/>
              <a:gd name="connsiteY0" fmla="*/ 0 h 2324100"/>
              <a:gd name="connsiteX1" fmla="*/ 2375606 w 2439124"/>
              <a:gd name="connsiteY1" fmla="*/ 0 h 2324100"/>
              <a:gd name="connsiteX2" fmla="*/ 2439124 w 2439124"/>
              <a:gd name="connsiteY2" fmla="*/ 63518 h 2324100"/>
              <a:gd name="connsiteX3" fmla="*/ 2439124 w 2439124"/>
              <a:gd name="connsiteY3" fmla="*/ 2260582 h 2324100"/>
              <a:gd name="connsiteX4" fmla="*/ 2375606 w 2439124"/>
              <a:gd name="connsiteY4" fmla="*/ 2324100 h 2324100"/>
              <a:gd name="connsiteX5" fmla="*/ 63518 w 2439124"/>
              <a:gd name="connsiteY5" fmla="*/ 2324100 h 2324100"/>
              <a:gd name="connsiteX6" fmla="*/ 0 w 2439124"/>
              <a:gd name="connsiteY6" fmla="*/ 2260582 h 2324100"/>
              <a:gd name="connsiteX7" fmla="*/ 0 w 2439124"/>
              <a:gd name="connsiteY7" fmla="*/ 63518 h 2324100"/>
              <a:gd name="connsiteX8" fmla="*/ 63518 w 2439124"/>
              <a:gd name="connsiteY8" fmla="*/ 0 h 2324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9124" h="2324100">
                <a:moveTo>
                  <a:pt x="63518" y="0"/>
                </a:moveTo>
                <a:lnTo>
                  <a:pt x="2375606" y="0"/>
                </a:lnTo>
                <a:cubicBezTo>
                  <a:pt x="2410686" y="0"/>
                  <a:pt x="2439124" y="28438"/>
                  <a:pt x="2439124" y="63518"/>
                </a:cubicBezTo>
                <a:lnTo>
                  <a:pt x="2439124" y="2260582"/>
                </a:lnTo>
                <a:cubicBezTo>
                  <a:pt x="2439124" y="2295662"/>
                  <a:pt x="2410686" y="2324100"/>
                  <a:pt x="2375606" y="2324100"/>
                </a:cubicBezTo>
                <a:lnTo>
                  <a:pt x="63518" y="2324100"/>
                </a:lnTo>
                <a:cubicBezTo>
                  <a:pt x="28438" y="2324100"/>
                  <a:pt x="0" y="2295662"/>
                  <a:pt x="0" y="2260582"/>
                </a:cubicBezTo>
                <a:lnTo>
                  <a:pt x="0" y="63518"/>
                </a:lnTo>
                <a:cubicBezTo>
                  <a:pt x="0" y="28438"/>
                  <a:pt x="28438" y="0"/>
                  <a:pt x="63518" y="0"/>
                </a:cubicBez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1">
                    <a:alpha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Image Placeholder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710558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F6C811-32F8-1404-D66E-984597015F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00102"/>
            <a:ext cx="3187700" cy="5257796"/>
          </a:xfrm>
          <a:custGeom>
            <a:avLst/>
            <a:gdLst>
              <a:gd name="connsiteX0" fmla="*/ 0 w 5791200"/>
              <a:gd name="connsiteY0" fmla="*/ 0 h 5257796"/>
              <a:gd name="connsiteX1" fmla="*/ 5664172 w 5791200"/>
              <a:gd name="connsiteY1" fmla="*/ 0 h 5257796"/>
              <a:gd name="connsiteX2" fmla="*/ 5791200 w 5791200"/>
              <a:gd name="connsiteY2" fmla="*/ 127028 h 5257796"/>
              <a:gd name="connsiteX3" fmla="*/ 5791200 w 5791200"/>
              <a:gd name="connsiteY3" fmla="*/ 5130771 h 5257796"/>
              <a:gd name="connsiteX4" fmla="*/ 5713617 w 5791200"/>
              <a:gd name="connsiteY4" fmla="*/ 5247817 h 5257796"/>
              <a:gd name="connsiteX5" fmla="*/ 5664187 w 5791200"/>
              <a:gd name="connsiteY5" fmla="*/ 5257796 h 5257796"/>
              <a:gd name="connsiteX6" fmla="*/ 0 w 5791200"/>
              <a:gd name="connsiteY6" fmla="*/ 5257796 h 5257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91200" h="5257796">
                <a:moveTo>
                  <a:pt x="0" y="0"/>
                </a:moveTo>
                <a:lnTo>
                  <a:pt x="5664172" y="0"/>
                </a:lnTo>
                <a:cubicBezTo>
                  <a:pt x="5734328" y="0"/>
                  <a:pt x="5791200" y="56872"/>
                  <a:pt x="5791200" y="127028"/>
                </a:cubicBezTo>
                <a:lnTo>
                  <a:pt x="5791200" y="5130771"/>
                </a:lnTo>
                <a:cubicBezTo>
                  <a:pt x="5791200" y="5183388"/>
                  <a:pt x="5759210" y="5228533"/>
                  <a:pt x="5713617" y="5247817"/>
                </a:cubicBezTo>
                <a:lnTo>
                  <a:pt x="5664187" y="5257796"/>
                </a:lnTo>
                <a:lnTo>
                  <a:pt x="0" y="525779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61757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434C385B-38B7-A6FA-C7FE-560F8A702EB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121499" y="800100"/>
            <a:ext cx="3392126" cy="5257800"/>
          </a:xfrm>
          <a:prstGeom prst="roundRect">
            <a:avLst>
              <a:gd name="adj" fmla="val 4707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1">
                    <a:alpha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Image Placeholder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924773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79AB4610-EA5C-A14B-C8B2-A739B62967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40344" y="-128855"/>
            <a:ext cx="2325097" cy="2981080"/>
          </a:xfrm>
          <a:prstGeom prst="roundRect">
            <a:avLst>
              <a:gd name="adj" fmla="val 2465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1">
                    <a:alpha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Image Placeholder</a:t>
            </a:r>
            <a:endParaRPr lang="en-ID" dirty="0"/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C5D415D7-6925-265A-9333-E4BCC3E441A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40344" y="3013554"/>
            <a:ext cx="2325097" cy="2981080"/>
          </a:xfrm>
          <a:prstGeom prst="roundRect">
            <a:avLst>
              <a:gd name="adj" fmla="val 2465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1">
                    <a:alpha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Image Placeholder</a:t>
            </a:r>
            <a:endParaRPr lang="en-ID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5D151BD0-BE97-A2F5-97CB-51DE54AD4BD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631828" y="863366"/>
            <a:ext cx="2325097" cy="2981080"/>
          </a:xfrm>
          <a:prstGeom prst="roundRect">
            <a:avLst>
              <a:gd name="adj" fmla="val 2465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1">
                    <a:alpha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Image Placeholder</a:t>
            </a:r>
            <a:endParaRPr lang="en-ID" dirty="0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32B81533-5524-13DF-33B1-7B5B4066FA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31828" y="4005776"/>
            <a:ext cx="2325097" cy="2981080"/>
          </a:xfrm>
          <a:prstGeom prst="roundRect">
            <a:avLst>
              <a:gd name="adj" fmla="val 2465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1">
                    <a:alpha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Image Placeholder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804710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C67764-31F6-85B9-255F-E00670723D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rot="1800000">
            <a:off x="865137" y="-2554781"/>
            <a:ext cx="2514600" cy="3556000"/>
          </a:xfrm>
          <a:prstGeom prst="roundRect">
            <a:avLst>
              <a:gd name="adj" fmla="val 6340"/>
            </a:avLst>
          </a:prstGeom>
          <a:solidFill>
            <a:schemeClr val="bg1">
              <a:alpha val="22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B2CD1D0-D24F-0040-7562-AC61C1B678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rot="1800000">
            <a:off x="-1112718" y="874219"/>
            <a:ext cx="2514600" cy="3556000"/>
          </a:xfrm>
          <a:prstGeom prst="roundRect">
            <a:avLst>
              <a:gd name="adj" fmla="val 4763"/>
            </a:avLst>
          </a:prstGeom>
          <a:solidFill>
            <a:schemeClr val="bg1">
              <a:alpha val="22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ADBC4A0D-A5D6-2995-1319-99F7E56CC75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 rot="1800000">
            <a:off x="4040068" y="-2317742"/>
            <a:ext cx="2514600" cy="3556000"/>
          </a:xfrm>
          <a:prstGeom prst="roundRect">
            <a:avLst>
              <a:gd name="adj" fmla="val 6051"/>
            </a:avLst>
          </a:prstGeom>
          <a:solidFill>
            <a:schemeClr val="bg1">
              <a:alpha val="22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89D0DE2-4A50-BB09-3EB2-86C6DA4860E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 rot="1800000">
            <a:off x="2062214" y="1073322"/>
            <a:ext cx="2514600" cy="3556000"/>
          </a:xfrm>
          <a:prstGeom prst="roundRect">
            <a:avLst>
              <a:gd name="adj" fmla="val 5417"/>
            </a:avLst>
          </a:prstGeom>
          <a:solidFill>
            <a:schemeClr val="bg1">
              <a:alpha val="22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3ADEDB56-8C99-B762-03C0-35222FDC3C0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 rot="1800000">
            <a:off x="84359" y="4502322"/>
            <a:ext cx="2514600" cy="3556000"/>
          </a:xfrm>
          <a:prstGeom prst="roundRect">
            <a:avLst>
              <a:gd name="adj" fmla="val 5974"/>
            </a:avLst>
          </a:prstGeom>
          <a:solidFill>
            <a:schemeClr val="bg1">
              <a:alpha val="22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DFFFA151-16A1-9B98-1703-DF3BD76A580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 rot="1800000">
            <a:off x="7636594" y="-2813092"/>
            <a:ext cx="2514600" cy="3556000"/>
          </a:xfrm>
          <a:prstGeom prst="roundRect">
            <a:avLst>
              <a:gd name="adj" fmla="val 5417"/>
            </a:avLst>
          </a:prstGeom>
          <a:solidFill>
            <a:schemeClr val="bg1">
              <a:alpha val="22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4F24E493-FD2C-0CC0-BC30-05A36939615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 rot="1800000">
            <a:off x="5658740" y="577972"/>
            <a:ext cx="2514600" cy="3556000"/>
          </a:xfrm>
          <a:prstGeom prst="roundRect">
            <a:avLst>
              <a:gd name="adj" fmla="val 5706"/>
            </a:avLst>
          </a:prstGeom>
          <a:solidFill>
            <a:schemeClr val="bg1">
              <a:alpha val="22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3DD47531-16FF-CA7B-3671-97557273E66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 rot="1800000">
            <a:off x="3680885" y="4006972"/>
            <a:ext cx="2514600" cy="3556000"/>
          </a:xfrm>
          <a:prstGeom prst="roundRect">
            <a:avLst>
              <a:gd name="adj" fmla="val 4763"/>
            </a:avLst>
          </a:prstGeom>
          <a:solidFill>
            <a:schemeClr val="bg1">
              <a:alpha val="22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48728A01-5172-2DB3-5F5F-BFFB513CB06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 rot="1800000">
            <a:off x="10839723" y="-2654772"/>
            <a:ext cx="2514600" cy="3556000"/>
          </a:xfrm>
          <a:prstGeom prst="roundRect">
            <a:avLst>
              <a:gd name="adj" fmla="val 6417"/>
            </a:avLst>
          </a:prstGeom>
          <a:solidFill>
            <a:schemeClr val="bg1">
              <a:alpha val="22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0D044CCD-E2EB-0CED-204B-6C932187EE8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 rot="1800000">
            <a:off x="8861869" y="736292"/>
            <a:ext cx="2514600" cy="3556000"/>
          </a:xfrm>
          <a:prstGeom prst="roundRect">
            <a:avLst>
              <a:gd name="adj" fmla="val 5995"/>
            </a:avLst>
          </a:prstGeom>
          <a:solidFill>
            <a:schemeClr val="bg1">
              <a:alpha val="22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64E47C0-44DE-6191-1402-4A4C39C16F0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 rot="1800000">
            <a:off x="6884014" y="4165292"/>
            <a:ext cx="2514600" cy="3556000"/>
          </a:xfrm>
          <a:prstGeom prst="roundRect">
            <a:avLst>
              <a:gd name="adj" fmla="val 5551"/>
            </a:avLst>
          </a:prstGeom>
          <a:solidFill>
            <a:schemeClr val="bg1">
              <a:alpha val="22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D37C95DB-CED8-436A-AB32-E4B67866787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 rot="1800000">
            <a:off x="12203746" y="736292"/>
            <a:ext cx="2514600" cy="3556000"/>
          </a:xfrm>
          <a:prstGeom prst="roundRect">
            <a:avLst>
              <a:gd name="adj" fmla="val 4629"/>
            </a:avLst>
          </a:prstGeom>
          <a:solidFill>
            <a:schemeClr val="bg1">
              <a:alpha val="22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82E5958C-B18B-6C7E-2E1F-1F9A9944A1E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 rot="1800000">
            <a:off x="10225892" y="4127356"/>
            <a:ext cx="2514600" cy="3556000"/>
          </a:xfrm>
          <a:prstGeom prst="roundRect">
            <a:avLst>
              <a:gd name="adj" fmla="val 2840"/>
            </a:avLst>
          </a:prstGeom>
          <a:solidFill>
            <a:schemeClr val="bg1">
              <a:alpha val="22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40833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AC7BCD8-BBB5-912E-C700-F713B439165B}"/>
              </a:ext>
            </a:extLst>
          </p:cNvPr>
          <p:cNvGrpSpPr/>
          <p:nvPr/>
        </p:nvGrpSpPr>
        <p:grpSpPr>
          <a:xfrm rot="5788864">
            <a:off x="9620157" y="1363117"/>
            <a:ext cx="4630512" cy="3324978"/>
            <a:chOff x="1235075" y="2056498"/>
            <a:chExt cx="4630512" cy="3324978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986C22A-B506-C2BB-F2CD-68ABE6B3BC2D}"/>
                </a:ext>
              </a:extLst>
            </p:cNvPr>
            <p:cNvSpPr/>
            <p:nvPr/>
          </p:nvSpPr>
          <p:spPr>
            <a:xfrm>
              <a:off x="2557167" y="2073053"/>
              <a:ext cx="3308420" cy="3308423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  <a:effectLst>
              <a:softEdge rad="762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D" sz="12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15B9520-605C-85F1-8B92-A1D7D2A09119}"/>
                </a:ext>
              </a:extLst>
            </p:cNvPr>
            <p:cNvSpPr/>
            <p:nvPr/>
          </p:nvSpPr>
          <p:spPr>
            <a:xfrm>
              <a:off x="1235075" y="2056498"/>
              <a:ext cx="2644183" cy="2644185"/>
            </a:xfrm>
            <a:prstGeom prst="ellips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  <a:effectLst>
              <a:softEdge rad="762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D" sz="12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E562BAC-D68F-F8C9-8A69-A89856C9F917}"/>
              </a:ext>
            </a:extLst>
          </p:cNvPr>
          <p:cNvGrpSpPr/>
          <p:nvPr/>
        </p:nvGrpSpPr>
        <p:grpSpPr>
          <a:xfrm rot="7912563">
            <a:off x="5449291" y="4371838"/>
            <a:ext cx="4630512" cy="3324978"/>
            <a:chOff x="1235075" y="2056498"/>
            <a:chExt cx="4630512" cy="332497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D7DF35E-0251-13B5-4E77-6EF8E74F498B}"/>
                </a:ext>
              </a:extLst>
            </p:cNvPr>
            <p:cNvSpPr/>
            <p:nvPr/>
          </p:nvSpPr>
          <p:spPr>
            <a:xfrm>
              <a:off x="2557167" y="2073053"/>
              <a:ext cx="3308420" cy="3308423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762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D" sz="12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C2F3FD2-54EC-5B99-E659-6951BE42FDDB}"/>
                </a:ext>
              </a:extLst>
            </p:cNvPr>
            <p:cNvSpPr/>
            <p:nvPr/>
          </p:nvSpPr>
          <p:spPr>
            <a:xfrm>
              <a:off x="1235075" y="2056498"/>
              <a:ext cx="2644183" cy="2644185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762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D" sz="12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BCCAD2E7-7727-034B-C7F0-24F51FCD2612}"/>
              </a:ext>
            </a:extLst>
          </p:cNvPr>
          <p:cNvSpPr/>
          <p:nvPr/>
        </p:nvSpPr>
        <p:spPr>
          <a:xfrm>
            <a:off x="8072186" y="1537574"/>
            <a:ext cx="2644183" cy="2644185"/>
          </a:xfrm>
          <a:prstGeom prst="ellipse">
            <a:avLst/>
          </a:prstGeom>
          <a:solidFill>
            <a:schemeClr val="accent4">
              <a:alpha val="20000"/>
            </a:schemeClr>
          </a:solidFill>
          <a:ln>
            <a:noFill/>
          </a:ln>
          <a:effectLst>
            <a:softEdge rad="762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ID" sz="1200" dirty="0">
              <a:latin typeface="Roboto Light" panose="02000000000000000000" pitchFamily="2" charset="0"/>
              <a:ea typeface="Roboto Light" panose="02000000000000000000" pitchFamily="2" charset="0"/>
              <a:cs typeface="Open Sans" panose="020B0606030504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7AF0B6F-993F-074F-F0EA-B8C53DEA305C}"/>
              </a:ext>
            </a:extLst>
          </p:cNvPr>
          <p:cNvGrpSpPr/>
          <p:nvPr/>
        </p:nvGrpSpPr>
        <p:grpSpPr>
          <a:xfrm rot="12431310">
            <a:off x="9172153" y="-897315"/>
            <a:ext cx="4630512" cy="3324978"/>
            <a:chOff x="1235075" y="2056498"/>
            <a:chExt cx="4630512" cy="3324978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F9AF289-372E-E6B7-9491-53ED52EC9FCC}"/>
                </a:ext>
              </a:extLst>
            </p:cNvPr>
            <p:cNvSpPr/>
            <p:nvPr/>
          </p:nvSpPr>
          <p:spPr>
            <a:xfrm>
              <a:off x="2557167" y="2073053"/>
              <a:ext cx="3308420" cy="3308423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  <a:effectLst>
              <a:softEdge rad="762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D" sz="12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163C761-BEFE-7968-010C-B639D83B4197}"/>
                </a:ext>
              </a:extLst>
            </p:cNvPr>
            <p:cNvSpPr/>
            <p:nvPr/>
          </p:nvSpPr>
          <p:spPr>
            <a:xfrm>
              <a:off x="1235075" y="2056498"/>
              <a:ext cx="2644183" cy="2644185"/>
            </a:xfrm>
            <a:prstGeom prst="ellips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  <a:effectLst>
              <a:softEdge rad="762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D" sz="12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endParaRPr>
            </a:p>
          </p:txBody>
        </p:sp>
      </p:grp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6A939C4-D05C-E117-688F-83E01583B5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071901"/>
              <a:gd name="connsiteY0" fmla="*/ 0 h 6858000"/>
              <a:gd name="connsiteX1" fmla="*/ 12071901 w 12071901"/>
              <a:gd name="connsiteY1" fmla="*/ 0 h 6858000"/>
              <a:gd name="connsiteX2" fmla="*/ 12071901 w 12071901"/>
              <a:gd name="connsiteY2" fmla="*/ 771371 h 6858000"/>
              <a:gd name="connsiteX3" fmla="*/ 11965418 w 12071901"/>
              <a:gd name="connsiteY3" fmla="*/ 797841 h 6858000"/>
              <a:gd name="connsiteX4" fmla="*/ 9834691 w 12071901"/>
              <a:gd name="connsiteY4" fmla="*/ 1060011 h 6858000"/>
              <a:gd name="connsiteX5" fmla="*/ 7967422 w 12071901"/>
              <a:gd name="connsiteY5" fmla="*/ 5142294 h 6858000"/>
              <a:gd name="connsiteX6" fmla="*/ 6014576 w 12071901"/>
              <a:gd name="connsiteY6" fmla="*/ 6726986 h 6858000"/>
              <a:gd name="connsiteX7" fmla="*/ 5858757 w 12071901"/>
              <a:gd name="connsiteY7" fmla="*/ 6858000 h 6858000"/>
              <a:gd name="connsiteX8" fmla="*/ 0 w 12071901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071901" h="6858000">
                <a:moveTo>
                  <a:pt x="0" y="0"/>
                </a:moveTo>
                <a:lnTo>
                  <a:pt x="12071901" y="0"/>
                </a:lnTo>
                <a:lnTo>
                  <a:pt x="12071901" y="771371"/>
                </a:lnTo>
                <a:lnTo>
                  <a:pt x="11965418" y="797841"/>
                </a:lnTo>
                <a:cubicBezTo>
                  <a:pt x="11242708" y="923208"/>
                  <a:pt x="10418997" y="469648"/>
                  <a:pt x="9834691" y="1060011"/>
                </a:cubicBezTo>
                <a:cubicBezTo>
                  <a:pt x="9055622" y="1847162"/>
                  <a:pt x="8750580" y="4035180"/>
                  <a:pt x="7967422" y="5142294"/>
                </a:cubicBezTo>
                <a:cubicBezTo>
                  <a:pt x="7429001" y="5903436"/>
                  <a:pt x="6697631" y="6183012"/>
                  <a:pt x="6014576" y="6726986"/>
                </a:cubicBezTo>
                <a:lnTo>
                  <a:pt x="585875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2F0B6B8-79AC-C3DD-5C66-CE304269FB4D}"/>
              </a:ext>
            </a:extLst>
          </p:cNvPr>
          <p:cNvGrpSpPr/>
          <p:nvPr/>
        </p:nvGrpSpPr>
        <p:grpSpPr>
          <a:xfrm rot="7912563">
            <a:off x="8749999" y="4943552"/>
            <a:ext cx="4630512" cy="3324978"/>
            <a:chOff x="1235075" y="2056498"/>
            <a:chExt cx="4630512" cy="332497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3D9FA53-17A2-CE0C-D8CC-68AA6D24BCB4}"/>
                </a:ext>
              </a:extLst>
            </p:cNvPr>
            <p:cNvSpPr/>
            <p:nvPr/>
          </p:nvSpPr>
          <p:spPr>
            <a:xfrm>
              <a:off x="2557167" y="2073053"/>
              <a:ext cx="3308420" cy="3308423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762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D" sz="12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E02FA8B-E072-98C5-AD3E-DB4929B7FC16}"/>
                </a:ext>
              </a:extLst>
            </p:cNvPr>
            <p:cNvSpPr/>
            <p:nvPr/>
          </p:nvSpPr>
          <p:spPr>
            <a:xfrm>
              <a:off x="1235075" y="2056498"/>
              <a:ext cx="2644183" cy="2644185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762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D" sz="12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endParaRPr>
            </a:p>
          </p:txBody>
        </p:sp>
      </p:grpSp>
      <p:sp>
        <p:nvSpPr>
          <p:cNvPr id="18" name="Picture Placeholder 43">
            <a:extLst>
              <a:ext uri="{FF2B5EF4-FFF2-40B4-BE49-F238E27FC236}">
                <a16:creationId xmlns:a16="http://schemas.microsoft.com/office/drawing/2014/main" id="{B7C72A2E-E9DE-5E20-B6E3-7889A575CFE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1991275"/>
            <a:ext cx="5029199" cy="3367176"/>
          </a:xfrm>
          <a:custGeom>
            <a:avLst/>
            <a:gdLst>
              <a:gd name="connsiteX0" fmla="*/ 249654 w 4838700"/>
              <a:gd name="connsiteY0" fmla="*/ 0 h 4140200"/>
              <a:gd name="connsiteX1" fmla="*/ 4589046 w 4838700"/>
              <a:gd name="connsiteY1" fmla="*/ 0 h 4140200"/>
              <a:gd name="connsiteX2" fmla="*/ 4838700 w 4838700"/>
              <a:gd name="connsiteY2" fmla="*/ 249654 h 4140200"/>
              <a:gd name="connsiteX3" fmla="*/ 4838700 w 4838700"/>
              <a:gd name="connsiteY3" fmla="*/ 3890546 h 4140200"/>
              <a:gd name="connsiteX4" fmla="*/ 4589046 w 4838700"/>
              <a:gd name="connsiteY4" fmla="*/ 4140200 h 4140200"/>
              <a:gd name="connsiteX5" fmla="*/ 249654 w 4838700"/>
              <a:gd name="connsiteY5" fmla="*/ 4140200 h 4140200"/>
              <a:gd name="connsiteX6" fmla="*/ 0 w 4838700"/>
              <a:gd name="connsiteY6" fmla="*/ 3890546 h 4140200"/>
              <a:gd name="connsiteX7" fmla="*/ 0 w 4838700"/>
              <a:gd name="connsiteY7" fmla="*/ 249654 h 4140200"/>
              <a:gd name="connsiteX8" fmla="*/ 249654 w 4838700"/>
              <a:gd name="connsiteY8" fmla="*/ 0 h 414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38700" h="4140200">
                <a:moveTo>
                  <a:pt x="249654" y="0"/>
                </a:moveTo>
                <a:lnTo>
                  <a:pt x="4589046" y="0"/>
                </a:lnTo>
                <a:cubicBezTo>
                  <a:pt x="4726926" y="0"/>
                  <a:pt x="4838700" y="111774"/>
                  <a:pt x="4838700" y="249654"/>
                </a:cubicBezTo>
                <a:lnTo>
                  <a:pt x="4838700" y="3890546"/>
                </a:lnTo>
                <a:cubicBezTo>
                  <a:pt x="4838700" y="4028426"/>
                  <a:pt x="4726926" y="4140200"/>
                  <a:pt x="4589046" y="4140200"/>
                </a:cubicBezTo>
                <a:lnTo>
                  <a:pt x="249654" y="4140200"/>
                </a:lnTo>
                <a:cubicBezTo>
                  <a:pt x="111774" y="4140200"/>
                  <a:pt x="0" y="4028426"/>
                  <a:pt x="0" y="3890546"/>
                </a:cubicBezTo>
                <a:lnTo>
                  <a:pt x="0" y="249654"/>
                </a:lnTo>
                <a:cubicBezTo>
                  <a:pt x="0" y="111774"/>
                  <a:pt x="111774" y="0"/>
                  <a:pt x="24965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635000" dist="127000" dir="2700000" sx="95000" sy="95000" algn="tl" rotWithShape="0">
              <a:prstClr val="black">
                <a:alpha val="18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lang="en-US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263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1588475-84BC-61B8-C474-10604CD5BE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86073" y="1"/>
            <a:ext cx="5005927" cy="6857997"/>
          </a:xfrm>
          <a:custGeom>
            <a:avLst/>
            <a:gdLst>
              <a:gd name="connsiteX0" fmla="*/ 85041 w 5005927"/>
              <a:gd name="connsiteY0" fmla="*/ 0 h 6857997"/>
              <a:gd name="connsiteX1" fmla="*/ 5005927 w 5005927"/>
              <a:gd name="connsiteY1" fmla="*/ 0 h 6857997"/>
              <a:gd name="connsiteX2" fmla="*/ 5005927 w 5005927"/>
              <a:gd name="connsiteY2" fmla="*/ 6857997 h 6857997"/>
              <a:gd name="connsiteX3" fmla="*/ 85051 w 5005927"/>
              <a:gd name="connsiteY3" fmla="*/ 6857997 h 6857997"/>
              <a:gd name="connsiteX4" fmla="*/ 0 w 5005927"/>
              <a:gd name="connsiteY4" fmla="*/ 6772946 h 6857997"/>
              <a:gd name="connsiteX5" fmla="*/ 0 w 5005927"/>
              <a:gd name="connsiteY5" fmla="*/ 85049 h 6857997"/>
              <a:gd name="connsiteX6" fmla="*/ 51946 w 5005927"/>
              <a:gd name="connsiteY6" fmla="*/ 6682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05927" h="6857997">
                <a:moveTo>
                  <a:pt x="85041" y="0"/>
                </a:moveTo>
                <a:lnTo>
                  <a:pt x="5005927" y="0"/>
                </a:lnTo>
                <a:lnTo>
                  <a:pt x="5005927" y="6857997"/>
                </a:lnTo>
                <a:lnTo>
                  <a:pt x="85051" y="6857997"/>
                </a:lnTo>
                <a:cubicBezTo>
                  <a:pt x="38079" y="6857997"/>
                  <a:pt x="0" y="6819918"/>
                  <a:pt x="0" y="6772946"/>
                </a:cubicBezTo>
                <a:lnTo>
                  <a:pt x="0" y="85049"/>
                </a:lnTo>
                <a:cubicBezTo>
                  <a:pt x="0" y="49820"/>
                  <a:pt x="21420" y="19593"/>
                  <a:pt x="51946" y="6682"/>
                </a:cubicBez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</p:spPr>
        <p:txBody>
          <a:bodyPr wrap="square" anchor="ctr">
            <a:noAutofit/>
          </a:bodyPr>
          <a:lstStyle>
            <a:lvl1pPr>
              <a:defRPr lang="en-US" sz="1600">
                <a:solidFill>
                  <a:schemeClr val="accent1">
                    <a:alpha val="50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en-US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7201304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9A12DFBF-0878-3C8F-3C48-089F469D7A0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235075" y="2"/>
            <a:ext cx="4012110" cy="484823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1">
                    <a:alpha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Image Placeholder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756114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ustom Layout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C15BA3-7B5A-E96C-D97A-1EAA72FC2246}"/>
              </a:ext>
            </a:extLst>
          </p:cNvPr>
          <p:cNvSpPr txBox="1"/>
          <p:nvPr/>
        </p:nvSpPr>
        <p:spPr>
          <a:xfrm>
            <a:off x="241300" y="6360139"/>
            <a:ext cx="2416175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900" b="1">
                <a:ln w="63500">
                  <a:noFill/>
                </a:ln>
                <a:solidFill>
                  <a:schemeClr val="bg1"/>
                </a:solidFill>
                <a:effectLst>
                  <a:outerShdw blurRad="571500" dist="190500" dir="5400000" sx="90000" sy="90000" algn="t" rotWithShape="0">
                    <a:prstClr val="black">
                      <a:alpha val="20000"/>
                    </a:prstClr>
                  </a:outerShdw>
                </a:effectLst>
                <a:latin typeface="+mj-lt"/>
                <a:ea typeface="Inter Extrabold" panose="020B0502030000000004" pitchFamily="34" charset="0"/>
                <a:cs typeface="Poppins" panose="00000500000000000000" pitchFamily="2" charset="0"/>
              </a:rPr>
              <a:t>BizPlus.</a:t>
            </a:r>
            <a:r>
              <a:rPr lang="en-US" sz="900">
                <a:ln w="63500">
                  <a:noFill/>
                </a:ln>
                <a:solidFill>
                  <a:schemeClr val="bg1"/>
                </a:solidFill>
                <a:effectLst>
                  <a:outerShdw blurRad="571500" dist="190500" dir="5400000" sx="90000" sy="90000" algn="t" rotWithShape="0">
                    <a:prstClr val="black">
                      <a:alpha val="20000"/>
                    </a:prstClr>
                  </a:outerShdw>
                </a:effectLst>
                <a:latin typeface="+mj-lt"/>
                <a:ea typeface="Inter Extrabold" panose="020B0502030000000004" pitchFamily="34" charset="0"/>
                <a:cs typeface="Poppins" panose="00000500000000000000" pitchFamily="2" charset="0"/>
              </a:rPr>
              <a:t>  </a:t>
            </a:r>
            <a:r>
              <a:rPr lang="en-US" sz="900">
                <a:ln w="63500">
                  <a:noFill/>
                </a:ln>
                <a:solidFill>
                  <a:schemeClr val="bg1"/>
                </a:solidFill>
                <a:effectLst>
                  <a:outerShdw blurRad="571500" dist="190500" dir="5400000" sx="90000" sy="90000" algn="t" rotWithShape="0">
                    <a:prstClr val="black">
                      <a:alpha val="20000"/>
                    </a:prstClr>
                  </a:outerShdw>
                </a:effectLst>
                <a:latin typeface="+mn-lt"/>
                <a:ea typeface="Inter Extrabold" panose="020B0502030000000004" pitchFamily="34" charset="0"/>
                <a:cs typeface="Poppins" panose="00000500000000000000" pitchFamily="2" charset="0"/>
              </a:rPr>
              <a:t>–  Business</a:t>
            </a:r>
            <a:r>
              <a:rPr lang="en-US" sz="900" baseline="0">
                <a:ln w="63500">
                  <a:noFill/>
                </a:ln>
                <a:solidFill>
                  <a:schemeClr val="bg1"/>
                </a:solidFill>
                <a:effectLst>
                  <a:outerShdw blurRad="571500" dist="190500" dir="5400000" sx="90000" sy="90000" algn="t" rotWithShape="0">
                    <a:prstClr val="black">
                      <a:alpha val="20000"/>
                    </a:prstClr>
                  </a:outerShdw>
                </a:effectLst>
                <a:latin typeface="+mn-lt"/>
                <a:ea typeface="Inter Extrabold" panose="020B0502030000000004" pitchFamily="34" charset="0"/>
                <a:cs typeface="Poppins" panose="00000500000000000000" pitchFamily="2" charset="0"/>
              </a:rPr>
              <a:t> Template Presentation</a:t>
            </a:r>
            <a:endParaRPr lang="en-ID" sz="900" dirty="0">
              <a:ln w="63500">
                <a:noFill/>
              </a:ln>
              <a:solidFill>
                <a:schemeClr val="bg1"/>
              </a:solidFill>
              <a:effectLst>
                <a:outerShdw blurRad="571500" dist="190500" dir="5400000" sx="90000" sy="90000" algn="t" rotWithShape="0">
                  <a:prstClr val="black">
                    <a:alpha val="20000"/>
                  </a:prstClr>
                </a:outerShdw>
              </a:effectLst>
              <a:latin typeface="+mn-lt"/>
              <a:ea typeface="Inter Extrabold" panose="020B0502030000000004" pitchFamily="34" charset="0"/>
              <a:cs typeface="Poppins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0EEA72-F316-6655-3E6F-4908B954C703}"/>
              </a:ext>
            </a:extLst>
          </p:cNvPr>
          <p:cNvSpPr txBox="1"/>
          <p:nvPr/>
        </p:nvSpPr>
        <p:spPr>
          <a:xfrm>
            <a:off x="11322843" y="6342533"/>
            <a:ext cx="503236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D" sz="900" dirty="0">
                <a:solidFill>
                  <a:schemeClr val="bg1"/>
                </a:solidFill>
                <a:latin typeface="+mn-lt"/>
                <a:ea typeface="Inter SemiBold" panose="020B0502030000000004" pitchFamily="34" charset="0"/>
              </a:rPr>
              <a:t>/ </a:t>
            </a:r>
            <a:fld id="{49BA30FB-CA1F-46F2-A2CB-DF7CFB533C33}" type="slidenum">
              <a:rPr lang="en-ID" sz="900" smtClean="0">
                <a:solidFill>
                  <a:schemeClr val="bg1"/>
                </a:solidFill>
                <a:latin typeface="+mn-lt"/>
                <a:ea typeface="Inter SemiBold" panose="020B0502030000000004" pitchFamily="34" charset="0"/>
              </a:rPr>
              <a:pPr algn="ctr"/>
              <a:t>‹#›</a:t>
            </a:fld>
            <a:endParaRPr lang="en-ID" sz="900" dirty="0">
              <a:solidFill>
                <a:schemeClr val="bg1"/>
              </a:solidFill>
              <a:latin typeface="+mn-lt"/>
              <a:ea typeface="Inter SemiBold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0942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013D0B-DA5E-7761-9099-18E5BAFEBE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00102"/>
            <a:ext cx="5791200" cy="5257796"/>
          </a:xfrm>
          <a:custGeom>
            <a:avLst/>
            <a:gdLst>
              <a:gd name="connsiteX0" fmla="*/ 0 w 5791200"/>
              <a:gd name="connsiteY0" fmla="*/ 0 h 5257796"/>
              <a:gd name="connsiteX1" fmla="*/ 5664172 w 5791200"/>
              <a:gd name="connsiteY1" fmla="*/ 0 h 5257796"/>
              <a:gd name="connsiteX2" fmla="*/ 5791200 w 5791200"/>
              <a:gd name="connsiteY2" fmla="*/ 127028 h 5257796"/>
              <a:gd name="connsiteX3" fmla="*/ 5791200 w 5791200"/>
              <a:gd name="connsiteY3" fmla="*/ 5130771 h 5257796"/>
              <a:gd name="connsiteX4" fmla="*/ 5713617 w 5791200"/>
              <a:gd name="connsiteY4" fmla="*/ 5247817 h 5257796"/>
              <a:gd name="connsiteX5" fmla="*/ 5664187 w 5791200"/>
              <a:gd name="connsiteY5" fmla="*/ 5257796 h 5257796"/>
              <a:gd name="connsiteX6" fmla="*/ 0 w 5791200"/>
              <a:gd name="connsiteY6" fmla="*/ 5257796 h 5257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91200" h="5257796">
                <a:moveTo>
                  <a:pt x="0" y="0"/>
                </a:moveTo>
                <a:lnTo>
                  <a:pt x="5664172" y="0"/>
                </a:lnTo>
                <a:cubicBezTo>
                  <a:pt x="5734328" y="0"/>
                  <a:pt x="5791200" y="56872"/>
                  <a:pt x="5791200" y="127028"/>
                </a:cubicBezTo>
                <a:lnTo>
                  <a:pt x="5791200" y="5130771"/>
                </a:lnTo>
                <a:cubicBezTo>
                  <a:pt x="5791200" y="5183388"/>
                  <a:pt x="5759210" y="5228533"/>
                  <a:pt x="5713617" y="5247817"/>
                </a:cubicBezTo>
                <a:lnTo>
                  <a:pt x="5664187" y="5257796"/>
                </a:lnTo>
                <a:lnTo>
                  <a:pt x="0" y="525779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737149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D1A057C-ED3D-51EA-E3A3-A4F58A27CD49}"/>
              </a:ext>
            </a:extLst>
          </p:cNvPr>
          <p:cNvGrpSpPr/>
          <p:nvPr/>
        </p:nvGrpSpPr>
        <p:grpSpPr>
          <a:xfrm>
            <a:off x="-458947" y="3876170"/>
            <a:ext cx="3582382" cy="2572359"/>
            <a:chOff x="-458947" y="3876170"/>
            <a:chExt cx="3582382" cy="2572359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E4F875D-6E1A-78F5-CEA7-0AE68280B9BA}"/>
                </a:ext>
              </a:extLst>
            </p:cNvPr>
            <p:cNvSpPr/>
            <p:nvPr/>
          </p:nvSpPr>
          <p:spPr>
            <a:xfrm rot="10800000" flipV="1">
              <a:off x="-458947" y="3876170"/>
              <a:ext cx="2559550" cy="2559550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  <a:effectLst>
              <a:softEdge rad="635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D" sz="12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1243EC3-4C9E-BAE6-126B-4EAFF21C34C2}"/>
                </a:ext>
              </a:extLst>
            </p:cNvPr>
            <p:cNvSpPr/>
            <p:nvPr/>
          </p:nvSpPr>
          <p:spPr>
            <a:xfrm rot="10800000" flipV="1">
              <a:off x="1077770" y="4402862"/>
              <a:ext cx="2045665" cy="2045667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635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ID" sz="12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2B31D1-1816-E19B-2C33-87EE09DE2DA7}"/>
              </a:ext>
            </a:extLst>
          </p:cNvPr>
          <p:cNvGrpSpPr/>
          <p:nvPr/>
        </p:nvGrpSpPr>
        <p:grpSpPr>
          <a:xfrm>
            <a:off x="6658371" y="-1079596"/>
            <a:ext cx="6562340" cy="4712143"/>
            <a:chOff x="6658371" y="-1079596"/>
            <a:chExt cx="6562340" cy="4712143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772E953-4EBA-CCC5-1876-5B368BEFD1C6}"/>
                </a:ext>
              </a:extLst>
            </p:cNvPr>
            <p:cNvSpPr/>
            <p:nvPr/>
          </p:nvSpPr>
          <p:spPr>
            <a:xfrm>
              <a:off x="8532033" y="-1056134"/>
              <a:ext cx="4688678" cy="4688681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  <a:effectLst>
              <a:softEdge rad="1143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2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46EABF0-D7CD-9622-829E-7EB611CC9B6F}"/>
                </a:ext>
              </a:extLst>
            </p:cNvPr>
            <p:cNvSpPr/>
            <p:nvPr/>
          </p:nvSpPr>
          <p:spPr>
            <a:xfrm>
              <a:off x="6658371" y="-1079596"/>
              <a:ext cx="3747324" cy="3747327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1143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200" dirty="0">
                <a:latin typeface="Roboto Light" panose="02000000000000000000" pitchFamily="2" charset="0"/>
                <a:ea typeface="Roboto Light" panose="02000000000000000000" pitchFamily="2" charset="0"/>
                <a:cs typeface="Open Sans" panose="020B0606030504020204" pitchFamily="34" charset="0"/>
              </a:endParaRPr>
            </a:p>
          </p:txBody>
        </p:sp>
      </p:grp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39012D93-F156-A9C1-0E4D-413550CB3D2D}"/>
              </a:ext>
            </a:extLst>
          </p:cNvPr>
          <p:cNvSpPr/>
          <p:nvPr/>
        </p:nvSpPr>
        <p:spPr>
          <a:xfrm>
            <a:off x="638175" y="362900"/>
            <a:ext cx="10915652" cy="475440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dist="1905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D" dirty="0"/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2DF060D9-2CE8-3F2B-C1A7-CE2D5A2E655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235075" y="800100"/>
            <a:ext cx="3243819" cy="388000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1">
                    <a:alpha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Image Placeholder</a:t>
            </a:r>
            <a:endParaRPr lang="en-ID" dirty="0"/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DA195581-0989-512C-4F36-A42DF1542BD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74091" y="800100"/>
            <a:ext cx="3243819" cy="388000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1">
                    <a:alpha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Image Placeholder</a:t>
            </a:r>
            <a:endParaRPr lang="en-ID" dirty="0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F971AF76-06E9-CAFE-0D2F-44608A3B61B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713106" y="800100"/>
            <a:ext cx="3243819" cy="388000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1">
                    <a:alpha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Image Placeholder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483189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A45620-4FCC-6660-4F1B-7CFC0293408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581048" y="2"/>
            <a:ext cx="3610952" cy="6857998"/>
          </a:xfrm>
          <a:custGeom>
            <a:avLst/>
            <a:gdLst>
              <a:gd name="connsiteX0" fmla="*/ 284325 w 2925156"/>
              <a:gd name="connsiteY0" fmla="*/ 0 h 6857998"/>
              <a:gd name="connsiteX1" fmla="*/ 2925155 w 2925156"/>
              <a:gd name="connsiteY1" fmla="*/ 0 h 6857998"/>
              <a:gd name="connsiteX2" fmla="*/ 2925156 w 2925156"/>
              <a:gd name="connsiteY2" fmla="*/ 6857998 h 6857998"/>
              <a:gd name="connsiteX3" fmla="*/ 284326 w 2925156"/>
              <a:gd name="connsiteY3" fmla="*/ 6857998 h 6857998"/>
              <a:gd name="connsiteX4" fmla="*/ 0 w 2925156"/>
              <a:gd name="connsiteY4" fmla="*/ 6573673 h 6857998"/>
              <a:gd name="connsiteX5" fmla="*/ 0 w 2925156"/>
              <a:gd name="connsiteY5" fmla="*/ 284325 h 6857998"/>
              <a:gd name="connsiteX6" fmla="*/ 284325 w 2925156"/>
              <a:gd name="connsiteY6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25156" h="6857998">
                <a:moveTo>
                  <a:pt x="284325" y="0"/>
                </a:moveTo>
                <a:lnTo>
                  <a:pt x="2925155" y="0"/>
                </a:lnTo>
                <a:lnTo>
                  <a:pt x="2925156" y="6857998"/>
                </a:lnTo>
                <a:lnTo>
                  <a:pt x="284326" y="6857998"/>
                </a:lnTo>
                <a:cubicBezTo>
                  <a:pt x="127298" y="6857998"/>
                  <a:pt x="0" y="6730701"/>
                  <a:pt x="0" y="6573673"/>
                </a:cubicBezTo>
                <a:lnTo>
                  <a:pt x="0" y="284325"/>
                </a:lnTo>
                <a:cubicBezTo>
                  <a:pt x="0" y="127297"/>
                  <a:pt x="127297" y="0"/>
                  <a:pt x="28432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lang="en-US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6697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55E94AA-5CCD-0CA6-1327-7B1F2BA3900C}"/>
              </a:ext>
            </a:extLst>
          </p:cNvPr>
          <p:cNvSpPr txBox="1"/>
          <p:nvPr/>
        </p:nvSpPr>
        <p:spPr>
          <a:xfrm>
            <a:off x="11322843" y="6342533"/>
            <a:ext cx="503236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D" sz="900" dirty="0">
                <a:solidFill>
                  <a:schemeClr val="tx1">
                    <a:lumMod val="75000"/>
                    <a:lumOff val="25000"/>
                    <a:alpha val="10000"/>
                  </a:schemeClr>
                </a:solidFill>
                <a:latin typeface="+mn-lt"/>
                <a:ea typeface="Inter SemiBold" panose="020B0502030000000004" pitchFamily="34" charset="0"/>
              </a:rPr>
              <a:t>/ </a:t>
            </a:r>
            <a:fld id="{49BA30FB-CA1F-46F2-A2CB-DF7CFB533C33}" type="slidenum">
              <a:rPr lang="en-ID" sz="900" smtClean="0">
                <a:solidFill>
                  <a:schemeClr val="accent1"/>
                </a:solidFill>
                <a:latin typeface="+mn-lt"/>
                <a:ea typeface="Inter SemiBold" panose="020B0502030000000004" pitchFamily="34" charset="0"/>
              </a:rPr>
              <a:pPr algn="ctr"/>
              <a:t>‹#›</a:t>
            </a:fld>
            <a:endParaRPr lang="en-ID" sz="900" dirty="0">
              <a:solidFill>
                <a:schemeClr val="accent1"/>
              </a:solidFill>
              <a:latin typeface="+mn-lt"/>
              <a:ea typeface="Inter SemiBold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535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5">
          <p15:clr>
            <a:srgbClr val="F26B43"/>
          </p15:clr>
        </p15:guide>
        <p15:guide id="2" pos="7015">
          <p15:clr>
            <a:srgbClr val="F26B43"/>
          </p15:clr>
        </p15:guide>
        <p15:guide id="3" orient="horz" pos="482">
          <p15:clr>
            <a:srgbClr val="F26B43"/>
          </p15:clr>
        </p15:guide>
        <p15:guide id="4" orient="horz" pos="38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3DA47F-5650-59BE-D66C-1A073F1E38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Ubuntu Light" panose="020B0304030602030204" pitchFamily="34" charset="0"/>
              </a:rPr>
              <a:t>Fahim Foysal Abak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Ubuntu Light" panose="020B0304030602030204" pitchFamily="34" charset="0"/>
              </a:rPr>
              <a:t>Lecture, Dept. of CSE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Ubuntu Light" panose="020B0304030602030204" pitchFamily="34" charset="0"/>
              </a:rPr>
              <a:t>Dhaka International University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96E641-4C1A-FF65-1059-6BD25AEB2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547" y="1791725"/>
            <a:ext cx="9228624" cy="1247566"/>
          </a:xfrm>
        </p:spPr>
        <p:txBody>
          <a:bodyPr/>
          <a:lstStyle/>
          <a:p>
            <a:pPr algn="ctr"/>
            <a:r>
              <a:rPr lang="en-US" dirty="0"/>
              <a:t>Software Integration &amp; Maintenance</a:t>
            </a:r>
          </a:p>
        </p:txBody>
      </p:sp>
    </p:spTree>
    <p:extLst>
      <p:ext uri="{BB962C8B-B14F-4D97-AF65-F5344CB8AC3E}">
        <p14:creationId xmlns:p14="http://schemas.microsoft.com/office/powerpoint/2010/main" val="3878758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2FB9139-68EB-3B9C-65D8-590A1ADAF1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86057" y="1288190"/>
            <a:ext cx="9451612" cy="4827475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A testing strategy </a:t>
            </a:r>
            <a:r>
              <a:rPr lang="en-US" sz="2400" dirty="0"/>
              <a:t>is a well-planned approach that integrates test case design into structured steps for successful software development</a:t>
            </a:r>
          </a:p>
          <a:p>
            <a:pPr marL="0" indent="0">
              <a:buNone/>
            </a:pPr>
            <a:r>
              <a:rPr lang="en-US" sz="2400" b="1" dirty="0"/>
              <a:t>Provides a roadmap:</a:t>
            </a:r>
            <a:br>
              <a:rPr lang="en-US" sz="2400" dirty="0"/>
            </a:br>
            <a:r>
              <a:rPr lang="en-US" sz="2400" dirty="0"/>
              <a:t>– What to test and when to test</a:t>
            </a:r>
            <a:br>
              <a:rPr lang="en-US" sz="2400" dirty="0"/>
            </a:br>
            <a:r>
              <a:rPr lang="en-US" sz="2400" dirty="0"/>
              <a:t>– Required time, effort, and resources</a:t>
            </a:r>
          </a:p>
          <a:p>
            <a:pPr marL="0" indent="0">
              <a:buNone/>
            </a:pPr>
            <a:r>
              <a:rPr lang="en-US" sz="2400" b="1" dirty="0"/>
              <a:t>Includes key activities:</a:t>
            </a:r>
            <a:br>
              <a:rPr lang="en-US" sz="2400" dirty="0"/>
            </a:br>
            <a:r>
              <a:rPr lang="en-US" sz="2400" dirty="0"/>
              <a:t>– Test planning</a:t>
            </a:r>
            <a:br>
              <a:rPr lang="en-US" sz="2400" dirty="0"/>
            </a:br>
            <a:r>
              <a:rPr lang="en-US" sz="2400" dirty="0"/>
              <a:t>– Test case design</a:t>
            </a:r>
            <a:br>
              <a:rPr lang="en-US" sz="2400" dirty="0"/>
            </a:br>
            <a:r>
              <a:rPr lang="en-US" sz="2400" dirty="0"/>
              <a:t>– Test execution</a:t>
            </a:r>
            <a:br>
              <a:rPr lang="en-US" sz="2400" dirty="0"/>
            </a:br>
            <a:r>
              <a:rPr lang="en-US" sz="2400" dirty="0"/>
              <a:t>– Result collection and evaluation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D5DBED-E96B-FF67-CE6C-2CC29F466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572"/>
          </a:xfrm>
        </p:spPr>
        <p:txBody>
          <a:bodyPr/>
          <a:lstStyle/>
          <a:p>
            <a:r>
              <a:rPr lang="en-US" sz="3600" dirty="0"/>
              <a:t>Software Testing Strategies</a:t>
            </a:r>
          </a:p>
        </p:txBody>
      </p:sp>
    </p:spTree>
    <p:extLst>
      <p:ext uri="{BB962C8B-B14F-4D97-AF65-F5344CB8AC3E}">
        <p14:creationId xmlns:p14="http://schemas.microsoft.com/office/powerpoint/2010/main" val="4106496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FE6F4-2985-248E-9396-3797B0BC7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428877-D7B5-BA05-2945-FEA829FA9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86057" y="1288190"/>
            <a:ext cx="9451612" cy="4827475"/>
          </a:xfrm>
        </p:spPr>
        <p:txBody>
          <a:bodyPr/>
          <a:lstStyle/>
          <a:p>
            <a:r>
              <a:rPr lang="en-US" sz="2400" b="1" dirty="0"/>
              <a:t>Testing is planned and systematic</a:t>
            </a:r>
            <a:br>
              <a:rPr lang="en-US" sz="2400" dirty="0"/>
            </a:br>
            <a:r>
              <a:rPr lang="en-US" sz="2400" dirty="0"/>
              <a:t>– Activities are defined in advance and executed step by step</a:t>
            </a:r>
          </a:p>
          <a:p>
            <a:pPr marL="0" indent="0">
              <a:buNone/>
            </a:pPr>
            <a:r>
              <a:rPr lang="en-US" sz="2400" dirty="0"/>
              <a:t>• </a:t>
            </a:r>
            <a:r>
              <a:rPr lang="en-US" sz="2400" b="1" dirty="0"/>
              <a:t>Conduct formal technical reviews</a:t>
            </a:r>
            <a:br>
              <a:rPr lang="en-US" sz="2400" dirty="0"/>
            </a:br>
            <a:r>
              <a:rPr lang="en-US" sz="2400" dirty="0"/>
              <a:t>– Identify errors early before actual testing begins</a:t>
            </a:r>
          </a:p>
          <a:p>
            <a:r>
              <a:rPr lang="en-US" sz="2400" b="1" dirty="0"/>
              <a:t>Start small, then expand</a:t>
            </a:r>
            <a:br>
              <a:rPr lang="en-US" sz="2400" dirty="0"/>
            </a:br>
            <a:r>
              <a:rPr lang="en-US" sz="2400" dirty="0"/>
              <a:t>– Begin at the </a:t>
            </a:r>
            <a:r>
              <a:rPr lang="en-US" sz="2400" b="1" dirty="0"/>
              <a:t>component level</a:t>
            </a:r>
            <a:br>
              <a:rPr lang="en-US" sz="2400" dirty="0"/>
            </a:br>
            <a:r>
              <a:rPr lang="en-US" sz="2400" dirty="0"/>
              <a:t>– Gradually move toward </a:t>
            </a:r>
            <a:r>
              <a:rPr lang="en-US" sz="2400" b="1" dirty="0"/>
              <a:t>full system integration</a:t>
            </a:r>
            <a:endParaRPr lang="en-US" sz="2400" dirty="0"/>
          </a:p>
          <a:p>
            <a:r>
              <a:rPr lang="en-US" sz="2400" b="1" dirty="0"/>
              <a:t>Use different testing techniques</a:t>
            </a:r>
            <a:br>
              <a:rPr lang="en-US" sz="2400" dirty="0"/>
            </a:br>
            <a:r>
              <a:rPr lang="en-US" sz="2400" dirty="0"/>
              <a:t>– Apply appropriate methods at different stages of development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39DBDC-7BAB-6EF5-C80E-89B1E4471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572"/>
          </a:xfrm>
        </p:spPr>
        <p:txBody>
          <a:bodyPr/>
          <a:lstStyle/>
          <a:p>
            <a:r>
              <a:rPr lang="en-US" sz="3600" dirty="0"/>
              <a:t>A Strategic Approach</a:t>
            </a:r>
          </a:p>
        </p:txBody>
      </p:sp>
    </p:spTree>
    <p:extLst>
      <p:ext uri="{BB962C8B-B14F-4D97-AF65-F5344CB8AC3E}">
        <p14:creationId xmlns:p14="http://schemas.microsoft.com/office/powerpoint/2010/main" val="2449821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F74DB-3A30-9A62-34CF-A4C2DC157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22F486-7E00-892D-D1F6-5F035B4CE5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86057" y="1288190"/>
            <a:ext cx="9451612" cy="4827475"/>
          </a:xfrm>
        </p:spPr>
        <p:txBody>
          <a:bodyPr/>
          <a:lstStyle/>
          <a:p>
            <a:r>
              <a:rPr lang="en-US" sz="2400" b="1" dirty="0"/>
              <a:t>Defined roles in testing</a:t>
            </a:r>
            <a:br>
              <a:rPr lang="en-US" sz="2400" dirty="0"/>
            </a:br>
            <a:r>
              <a:rPr lang="en-US" sz="2400" dirty="0"/>
              <a:t>– Usually performed by </a:t>
            </a:r>
            <a:r>
              <a:rPr lang="en-US" sz="2400" b="1" dirty="0"/>
              <a:t>developers</a:t>
            </a:r>
            <a:br>
              <a:rPr lang="en-US" sz="2400" dirty="0"/>
            </a:br>
            <a:r>
              <a:rPr lang="en-US" sz="2400" dirty="0"/>
              <a:t>– In large projects, handled by an </a:t>
            </a:r>
            <a:r>
              <a:rPr lang="en-US" sz="2400" b="1" dirty="0"/>
              <a:t>independent testing team</a:t>
            </a:r>
            <a:endParaRPr lang="en-US" sz="2400" dirty="0"/>
          </a:p>
          <a:p>
            <a:r>
              <a:rPr lang="en-US" sz="2400" b="1" dirty="0"/>
              <a:t>Testing ≠ Debugging</a:t>
            </a:r>
            <a:br>
              <a:rPr lang="en-US" sz="2400" dirty="0"/>
            </a:br>
            <a:r>
              <a:rPr lang="en-US" sz="2400" dirty="0"/>
              <a:t>– </a:t>
            </a:r>
            <a:r>
              <a:rPr lang="en-US" sz="2400" b="1" dirty="0"/>
              <a:t>Testing</a:t>
            </a:r>
            <a:r>
              <a:rPr lang="en-US" sz="2400" dirty="0"/>
              <a:t> → finds errors</a:t>
            </a:r>
            <a:br>
              <a:rPr lang="en-US" sz="2400" dirty="0"/>
            </a:br>
            <a:r>
              <a:rPr lang="en-US" sz="2400" dirty="0"/>
              <a:t>– </a:t>
            </a:r>
            <a:r>
              <a:rPr lang="en-US" sz="2400" b="1" dirty="0"/>
              <a:t>Debugging</a:t>
            </a:r>
            <a:r>
              <a:rPr lang="en-US" sz="2400" dirty="0"/>
              <a:t> → fixes errors</a:t>
            </a:r>
            <a:br>
              <a:rPr lang="en-US" sz="2400" dirty="0"/>
            </a:br>
            <a:r>
              <a:rPr lang="en-US" sz="2400" dirty="0"/>
              <a:t>– Debugging must be included in the overall strategy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05D1BB-B948-6338-DF68-EE774B522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572"/>
          </a:xfrm>
        </p:spPr>
        <p:txBody>
          <a:bodyPr/>
          <a:lstStyle/>
          <a:p>
            <a:r>
              <a:rPr lang="en-US" sz="3600" dirty="0"/>
              <a:t>A Strategic Approach</a:t>
            </a:r>
          </a:p>
        </p:txBody>
      </p:sp>
    </p:spTree>
    <p:extLst>
      <p:ext uri="{BB962C8B-B14F-4D97-AF65-F5344CB8AC3E}">
        <p14:creationId xmlns:p14="http://schemas.microsoft.com/office/powerpoint/2010/main" val="1310470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F7777-125A-E880-4684-590668ABE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DAEBF0-622F-0CBF-1035-7D9C4CD6F3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86057" y="1288190"/>
            <a:ext cx="9451612" cy="4827475"/>
          </a:xfrm>
        </p:spPr>
        <p:txBody>
          <a:bodyPr/>
          <a:lstStyle/>
          <a:p>
            <a:r>
              <a:rPr lang="en-US" sz="2400" b="1" dirty="0"/>
              <a:t>Software testing is often referred to as V&amp;V</a:t>
            </a:r>
            <a:endParaRPr lang="en-US" sz="2400" dirty="0"/>
          </a:p>
          <a:p>
            <a:r>
              <a:rPr lang="en-US" sz="2400" b="1" dirty="0"/>
              <a:t>Verification (Building the product right)</a:t>
            </a:r>
            <a:br>
              <a:rPr lang="en-US" sz="2400" dirty="0"/>
            </a:br>
            <a:r>
              <a:rPr lang="en-US" sz="2400" dirty="0"/>
              <a:t>– Ensures the software correctly implements required functions</a:t>
            </a:r>
            <a:br>
              <a:rPr lang="en-US" sz="2400" dirty="0"/>
            </a:br>
            <a:r>
              <a:rPr lang="en-US" sz="2400" dirty="0"/>
              <a:t>– Focus on </a:t>
            </a:r>
            <a:r>
              <a:rPr lang="en-US" sz="2400" b="1" dirty="0"/>
              <a:t>design and specifications</a:t>
            </a:r>
            <a:br>
              <a:rPr lang="en-US" sz="2400" dirty="0"/>
            </a:br>
            <a:r>
              <a:rPr lang="en-US" sz="2400" dirty="0"/>
              <a:t>– Key question: </a:t>
            </a:r>
            <a:r>
              <a:rPr lang="en-US" sz="2400" b="1" dirty="0"/>
              <a:t>“Are we building the product right?”</a:t>
            </a:r>
            <a:endParaRPr lang="en-US" sz="2400" dirty="0"/>
          </a:p>
          <a:p>
            <a:r>
              <a:rPr lang="en-US" sz="2400" b="1" dirty="0"/>
              <a:t>Validation (Building the right product)</a:t>
            </a:r>
            <a:br>
              <a:rPr lang="en-US" sz="2400" dirty="0"/>
            </a:br>
            <a:r>
              <a:rPr lang="en-US" sz="2400" dirty="0"/>
              <a:t>– Ensures the software meets </a:t>
            </a:r>
            <a:r>
              <a:rPr lang="en-US" sz="2400" b="1" dirty="0"/>
              <a:t>customer requirements</a:t>
            </a:r>
            <a:br>
              <a:rPr lang="en-US" sz="2400" dirty="0"/>
            </a:br>
            <a:r>
              <a:rPr lang="en-US" sz="2400" dirty="0"/>
              <a:t>– Focus on </a:t>
            </a:r>
            <a:r>
              <a:rPr lang="en-US" sz="2400" b="1" dirty="0"/>
              <a:t>user needs and expectations</a:t>
            </a:r>
            <a:br>
              <a:rPr lang="en-US" sz="2400" dirty="0"/>
            </a:br>
            <a:r>
              <a:rPr lang="en-US" sz="2400" dirty="0"/>
              <a:t>– Key question: </a:t>
            </a:r>
            <a:r>
              <a:rPr lang="en-US" sz="2400" b="1" dirty="0"/>
              <a:t>“Are we building the right product?”</a:t>
            </a:r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2F8F1E-CDD7-D36E-C39D-3ABADF99D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572"/>
          </a:xfrm>
        </p:spPr>
        <p:txBody>
          <a:bodyPr/>
          <a:lstStyle/>
          <a:p>
            <a:r>
              <a:rPr lang="en-US" sz="3400" dirty="0"/>
              <a:t>Software Testing: Verification &amp; Validation (V&amp;V)</a:t>
            </a:r>
          </a:p>
        </p:txBody>
      </p:sp>
    </p:spTree>
    <p:extLst>
      <p:ext uri="{BB962C8B-B14F-4D97-AF65-F5344CB8AC3E}">
        <p14:creationId xmlns:p14="http://schemas.microsoft.com/office/powerpoint/2010/main" val="1012766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01451-A2E5-07CD-F6AC-8FBA25032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464C78-BCD0-7309-349D-A9E80CB830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86057" y="1114698"/>
            <a:ext cx="9451612" cy="5338752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V&amp;V include a wide range of Software Quality Assurance (SQA) activities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b="1" dirty="0"/>
              <a:t>Key Activities:</a:t>
            </a:r>
            <a:br>
              <a:rPr lang="en-US" sz="2400" dirty="0"/>
            </a:br>
            <a:r>
              <a:rPr lang="en-US" sz="2400" dirty="0"/>
              <a:t>– </a:t>
            </a:r>
            <a:r>
              <a:rPr lang="en-US" b="1" dirty="0"/>
              <a:t>Formal technical reviews</a:t>
            </a:r>
            <a:r>
              <a:rPr lang="en-US" dirty="0"/>
              <a:t> (early error detection)</a:t>
            </a:r>
            <a:br>
              <a:rPr lang="en-US" dirty="0"/>
            </a:br>
            <a:r>
              <a:rPr lang="en-US" dirty="0"/>
              <a:t>– </a:t>
            </a:r>
            <a:r>
              <a:rPr lang="en-US" b="1" dirty="0"/>
              <a:t>Quality &amp; configuration audits</a:t>
            </a:r>
            <a:r>
              <a:rPr lang="en-US" dirty="0"/>
              <a:t> (standards and version control)</a:t>
            </a:r>
            <a:br>
              <a:rPr lang="en-US" dirty="0"/>
            </a:br>
            <a:r>
              <a:rPr lang="en-US" dirty="0"/>
              <a:t>– </a:t>
            </a:r>
            <a:r>
              <a:rPr lang="en-US" b="1" dirty="0"/>
              <a:t>Performance monitoring</a:t>
            </a:r>
            <a:r>
              <a:rPr lang="en-US" dirty="0"/>
              <a:t> (speed and efficiency)</a:t>
            </a:r>
            <a:br>
              <a:rPr lang="en-US" dirty="0"/>
            </a:br>
            <a:r>
              <a:rPr lang="en-US" dirty="0"/>
              <a:t>– </a:t>
            </a:r>
            <a:r>
              <a:rPr lang="en-US" b="1" dirty="0"/>
              <a:t>Simulation</a:t>
            </a:r>
            <a:r>
              <a:rPr lang="en-US" dirty="0"/>
              <a:t> (testing in virtual environments)</a:t>
            </a:r>
            <a:br>
              <a:rPr lang="en-US" dirty="0"/>
            </a:br>
            <a:r>
              <a:rPr lang="en-US" dirty="0"/>
              <a:t>– </a:t>
            </a:r>
            <a:r>
              <a:rPr lang="en-US" b="1" dirty="0"/>
              <a:t>Feasibility study</a:t>
            </a:r>
            <a:r>
              <a:rPr lang="en-US" dirty="0"/>
              <a:t> (practicality of the system)</a:t>
            </a:r>
            <a:br>
              <a:rPr lang="en-US" dirty="0"/>
            </a:br>
            <a:r>
              <a:rPr lang="en-US" dirty="0"/>
              <a:t>– </a:t>
            </a:r>
            <a:r>
              <a:rPr lang="en-US" b="1" dirty="0"/>
              <a:t>Documentation review</a:t>
            </a:r>
            <a:r>
              <a:rPr lang="en-US" dirty="0"/>
              <a:t> (checking requirements and design docs)</a:t>
            </a:r>
            <a:br>
              <a:rPr lang="en-US" dirty="0"/>
            </a:br>
            <a:r>
              <a:rPr lang="en-US" dirty="0"/>
              <a:t>– </a:t>
            </a:r>
            <a:r>
              <a:rPr lang="en-US" b="1" dirty="0"/>
              <a:t>Database review</a:t>
            </a:r>
            <a:r>
              <a:rPr lang="en-US" dirty="0"/>
              <a:t> (data structure and integrity)</a:t>
            </a:r>
            <a:br>
              <a:rPr lang="en-US" dirty="0"/>
            </a:br>
            <a:r>
              <a:rPr lang="en-US" dirty="0"/>
              <a:t>– </a:t>
            </a:r>
            <a:r>
              <a:rPr lang="en-US" b="1" dirty="0"/>
              <a:t>Algorithm analysis</a:t>
            </a:r>
            <a:r>
              <a:rPr lang="en-US" dirty="0"/>
              <a:t> (correctness and efficiency of logic)</a:t>
            </a:r>
            <a:br>
              <a:rPr lang="en-US" dirty="0"/>
            </a:br>
            <a:r>
              <a:rPr lang="en-US" dirty="0"/>
              <a:t>– </a:t>
            </a:r>
            <a:r>
              <a:rPr lang="en-US" b="1" dirty="0"/>
              <a:t>Testing types:</a:t>
            </a:r>
            <a:br>
              <a:rPr lang="en-US" dirty="0"/>
            </a:br>
            <a:r>
              <a:rPr lang="en-US" dirty="0"/>
              <a:t>  ▪ </a:t>
            </a:r>
            <a:r>
              <a:rPr lang="en-US" b="1" dirty="0"/>
              <a:t>Development testing</a:t>
            </a:r>
            <a:br>
              <a:rPr lang="en-US" dirty="0"/>
            </a:br>
            <a:r>
              <a:rPr lang="en-US" dirty="0"/>
              <a:t>  ▪ </a:t>
            </a:r>
            <a:r>
              <a:rPr lang="en-US" b="1" dirty="0"/>
              <a:t>Usability testing</a:t>
            </a:r>
            <a:br>
              <a:rPr lang="en-US" dirty="0"/>
            </a:br>
            <a:r>
              <a:rPr lang="en-US" dirty="0"/>
              <a:t>  ▪ </a:t>
            </a:r>
            <a:r>
              <a:rPr lang="en-US" b="1" dirty="0"/>
              <a:t>Installation testing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9E756BA-36AB-A5DB-B49C-9E0259FB3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572"/>
          </a:xfrm>
        </p:spPr>
        <p:txBody>
          <a:bodyPr/>
          <a:lstStyle/>
          <a:p>
            <a:r>
              <a:rPr lang="en-US" sz="3400" dirty="0"/>
              <a:t>Software Testing: Verification &amp; Validation (V&amp;V)</a:t>
            </a:r>
          </a:p>
        </p:txBody>
      </p:sp>
    </p:spTree>
    <p:extLst>
      <p:ext uri="{BB962C8B-B14F-4D97-AF65-F5344CB8AC3E}">
        <p14:creationId xmlns:p14="http://schemas.microsoft.com/office/powerpoint/2010/main" val="2880536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D9CD7-7AD3-F7D5-C170-44E27CB87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19A9D1-AF93-AAFC-37DF-374D8E90DF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86057" y="1114698"/>
            <a:ext cx="10345504" cy="5338752"/>
          </a:xfrm>
        </p:spPr>
        <p:txBody>
          <a:bodyPr/>
          <a:lstStyle/>
          <a:p>
            <a:r>
              <a:rPr lang="en-US" sz="2400" b="1" dirty="0"/>
              <a:t>Psychological Perspective</a:t>
            </a:r>
            <a:br>
              <a:rPr lang="en-US" sz="2400" dirty="0"/>
            </a:br>
            <a:r>
              <a:rPr lang="en-US" sz="2400" dirty="0"/>
              <a:t>– Software engineers (SEs) </a:t>
            </a:r>
            <a:r>
              <a:rPr lang="en-US" sz="2400" b="1" dirty="0"/>
              <a:t>analyze, model, and build programs</a:t>
            </a:r>
            <a:r>
              <a:rPr lang="en-US" sz="2400" dirty="0"/>
              <a:t> with documentation</a:t>
            </a:r>
            <a:br>
              <a:rPr lang="en-US" sz="2400" dirty="0"/>
            </a:br>
            <a:r>
              <a:rPr lang="en-US" sz="2400" dirty="0"/>
              <a:t>– From the SE’s viewpoint, </a:t>
            </a:r>
            <a:r>
              <a:rPr lang="en-US" sz="2400" b="1" dirty="0"/>
              <a:t>testing feels destructive</a:t>
            </a:r>
            <a:r>
              <a:rPr lang="en-US" sz="2400" dirty="0"/>
              <a:t> because it tries to find flaws in their work</a:t>
            </a:r>
          </a:p>
          <a:p>
            <a:r>
              <a:rPr lang="en-US" sz="2400" b="1" dirty="0"/>
              <a:t>Common Misconceptions:</a:t>
            </a:r>
            <a:br>
              <a:rPr lang="en-US" sz="2400" dirty="0"/>
            </a:br>
            <a:r>
              <a:rPr lang="en-US" sz="2400" dirty="0"/>
              <a:t>– </a:t>
            </a:r>
            <a:r>
              <a:rPr lang="en-US" sz="2400" b="1" dirty="0"/>
              <a:t>“Developers should not test”</a:t>
            </a:r>
            <a:r>
              <a:rPr lang="en-US" sz="2400" dirty="0"/>
              <a:t> → Incorrect</a:t>
            </a:r>
            <a:br>
              <a:rPr lang="en-US" sz="2400" dirty="0"/>
            </a:br>
            <a:r>
              <a:rPr lang="en-US" sz="2400" dirty="0"/>
              <a:t>– </a:t>
            </a:r>
            <a:r>
              <a:rPr lang="en-US" sz="2400" b="1" dirty="0"/>
              <a:t>“Software should be thrown over the wall to outsiders”</a:t>
            </a:r>
            <a:r>
              <a:rPr lang="en-US" sz="2400" dirty="0"/>
              <a:t> → Incorrect</a:t>
            </a:r>
            <a:br>
              <a:rPr lang="en-US" sz="2400" dirty="0"/>
            </a:br>
            <a:r>
              <a:rPr lang="en-US" sz="2400" dirty="0"/>
              <a:t>– </a:t>
            </a:r>
            <a:r>
              <a:rPr lang="en-US" sz="2400" b="1" dirty="0"/>
              <a:t>“Testers join only at the end”</a:t>
            </a:r>
            <a:r>
              <a:rPr lang="en-US" sz="2400" dirty="0"/>
              <a:t> → Incorrect</a:t>
            </a:r>
          </a:p>
          <a:p>
            <a:r>
              <a:rPr lang="en-US" sz="2400" b="1" dirty="0"/>
              <a:t>Reality:</a:t>
            </a:r>
            <a:br>
              <a:rPr lang="en-US" sz="2400" dirty="0"/>
            </a:br>
            <a:r>
              <a:rPr lang="en-US" sz="2400" dirty="0"/>
              <a:t>– Testing should be </a:t>
            </a:r>
            <a:r>
              <a:rPr lang="en-US" sz="2400" b="1" dirty="0"/>
              <a:t>collaborative</a:t>
            </a:r>
            <a:br>
              <a:rPr lang="en-US" sz="2400" dirty="0"/>
            </a:br>
            <a:r>
              <a:rPr lang="en-US" sz="2400" dirty="0"/>
              <a:t>– </a:t>
            </a:r>
            <a:r>
              <a:rPr lang="en-US" sz="2400" b="1" dirty="0"/>
              <a:t>Developers and testers work together</a:t>
            </a:r>
            <a:br>
              <a:rPr lang="en-US" sz="2400" dirty="0"/>
            </a:br>
            <a:r>
              <a:rPr lang="en-US" sz="2400" dirty="0"/>
              <a:t>– Testing should </a:t>
            </a:r>
            <a:r>
              <a:rPr lang="en-US" sz="2400" b="1" dirty="0"/>
              <a:t>start early and continue throughout development</a:t>
            </a:r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D8D9DE-31FD-19FD-C816-9B60FE6FF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572"/>
          </a:xfrm>
        </p:spPr>
        <p:txBody>
          <a:bodyPr/>
          <a:lstStyle/>
          <a:p>
            <a:r>
              <a:rPr lang="en-US" sz="3600" dirty="0"/>
              <a:t>Software Testing: Organizing for Testing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2524872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193E1-F8C6-77F6-6656-04F970852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02C458-0783-BE3C-F9E5-1670339145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86057" y="1114698"/>
            <a:ext cx="10345504" cy="5338752"/>
          </a:xfrm>
        </p:spPr>
        <p:txBody>
          <a:bodyPr/>
          <a:lstStyle/>
          <a:p>
            <a:r>
              <a:rPr lang="en-US" sz="2400" b="1" dirty="0"/>
              <a:t>Unit Testing</a:t>
            </a:r>
            <a:br>
              <a:rPr lang="en-US" sz="2400" dirty="0"/>
            </a:br>
            <a:r>
              <a:rPr lang="en-US" sz="2400" dirty="0"/>
              <a:t>– Focuses on </a:t>
            </a:r>
            <a:r>
              <a:rPr lang="en-US" sz="2400" b="1" dirty="0"/>
              <a:t>individual units/components</a:t>
            </a:r>
            <a:r>
              <a:rPr lang="en-US" sz="2400" dirty="0"/>
              <a:t> of the software as implemented in the source code</a:t>
            </a:r>
          </a:p>
          <a:p>
            <a:r>
              <a:rPr lang="en-US" sz="2400" b="1" dirty="0"/>
              <a:t>Integration Testing</a:t>
            </a:r>
            <a:br>
              <a:rPr lang="en-US" sz="2400" dirty="0"/>
            </a:br>
            <a:r>
              <a:rPr lang="en-US" sz="2400" dirty="0"/>
              <a:t>– Focuses on </a:t>
            </a:r>
            <a:r>
              <a:rPr lang="en-US" sz="2400" b="1" dirty="0"/>
              <a:t>design and construction of the software architecture</a:t>
            </a:r>
            <a:br>
              <a:rPr lang="en-US" sz="2400" dirty="0"/>
            </a:br>
            <a:r>
              <a:rPr lang="en-US" sz="2400" dirty="0"/>
              <a:t>– Ensures that units work together correctly</a:t>
            </a:r>
          </a:p>
          <a:p>
            <a:r>
              <a:rPr lang="en-US" sz="2400" b="1" dirty="0"/>
              <a:t>Validation Testing</a:t>
            </a:r>
            <a:br>
              <a:rPr lang="en-US" sz="2400" dirty="0"/>
            </a:br>
            <a:r>
              <a:rPr lang="en-US" sz="2400" dirty="0"/>
              <a:t>– Ensures that </a:t>
            </a:r>
            <a:r>
              <a:rPr lang="en-US" sz="2400" b="1" dirty="0"/>
              <a:t>requirements and analysis</a:t>
            </a:r>
            <a:r>
              <a:rPr lang="en-US" sz="2400" dirty="0"/>
              <a:t> are correctly implemented in the software</a:t>
            </a:r>
            <a:br>
              <a:rPr lang="en-US" sz="2400" dirty="0"/>
            </a:br>
            <a:r>
              <a:rPr lang="en-US" sz="2400" dirty="0"/>
              <a:t>– Checks if the system meets </a:t>
            </a:r>
            <a:r>
              <a:rPr lang="en-US" sz="2400" b="1" dirty="0"/>
              <a:t>user expectations</a:t>
            </a:r>
            <a:endParaRPr lang="en-US" sz="2400" dirty="0"/>
          </a:p>
          <a:p>
            <a:r>
              <a:rPr lang="en-US" sz="2400" b="1" dirty="0"/>
              <a:t>System Testing</a:t>
            </a:r>
            <a:br>
              <a:rPr lang="en-US" sz="2400" dirty="0"/>
            </a:br>
            <a:r>
              <a:rPr lang="en-US" sz="2400" dirty="0"/>
              <a:t>– Tests the </a:t>
            </a:r>
            <a:r>
              <a:rPr lang="en-US" sz="2400" b="1" dirty="0"/>
              <a:t>software as a whole</a:t>
            </a:r>
            <a:r>
              <a:rPr lang="en-US" sz="2400" dirty="0"/>
              <a:t>, including all components and interfaces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9AA8FA-05C3-B5D4-ED8A-C5830F52E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572"/>
          </a:xfrm>
        </p:spPr>
        <p:txBody>
          <a:bodyPr/>
          <a:lstStyle/>
          <a:p>
            <a:r>
              <a:rPr lang="en-US" sz="3400" dirty="0"/>
              <a:t>Strategy for Conventional Software Architecture</a:t>
            </a:r>
          </a:p>
        </p:txBody>
      </p:sp>
    </p:spTree>
    <p:extLst>
      <p:ext uri="{BB962C8B-B14F-4D97-AF65-F5344CB8AC3E}">
        <p14:creationId xmlns:p14="http://schemas.microsoft.com/office/powerpoint/2010/main" val="1858473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5EB97-D390-D539-48A5-E7B26D5F4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D51BE4-3A9F-99E2-F862-AFF3D6427C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86057" y="1114698"/>
            <a:ext cx="10345504" cy="5338752"/>
          </a:xfrm>
        </p:spPr>
        <p:txBody>
          <a:bodyPr/>
          <a:lstStyle/>
          <a:p>
            <a:r>
              <a:rPr lang="en-US" sz="2400" b="1" dirty="0"/>
              <a:t>No definitive answer</a:t>
            </a:r>
            <a:r>
              <a:rPr lang="en-US" sz="2400" dirty="0"/>
              <a:t> – testing never truly ends</a:t>
            </a:r>
          </a:p>
          <a:p>
            <a:r>
              <a:rPr lang="en-US" sz="2400" b="1" dirty="0"/>
              <a:t>Every execution counts</a:t>
            </a:r>
            <a:r>
              <a:rPr lang="en-US" sz="2400" dirty="0"/>
              <a:t> – each time a user runs the software, it is being tested</a:t>
            </a:r>
          </a:p>
          <a:p>
            <a:r>
              <a:rPr lang="en-US" sz="2400" b="1" dirty="0"/>
              <a:t>Practical constraints</a:t>
            </a:r>
            <a:r>
              <a:rPr lang="en-US" sz="2400" dirty="0"/>
              <a:t> – testing often stops due to </a:t>
            </a:r>
            <a:r>
              <a:rPr lang="en-US" sz="2400" b="1" dirty="0"/>
              <a:t>time, budget, or resource limits</a:t>
            </a:r>
            <a:endParaRPr lang="en-US" sz="2400" dirty="0"/>
          </a:p>
          <a:p>
            <a:r>
              <a:rPr lang="en-US" sz="2400" b="1" dirty="0"/>
              <a:t>Severity-based approach:</a:t>
            </a:r>
            <a:br>
              <a:rPr lang="en-US" sz="2400" dirty="0"/>
            </a:br>
            <a:r>
              <a:rPr lang="en-US" sz="2400" dirty="0"/>
              <a:t>– Classify test results by </a:t>
            </a:r>
            <a:r>
              <a:rPr lang="en-US" sz="2400" b="1" dirty="0"/>
              <a:t>error severity levels</a:t>
            </a:r>
            <a:br>
              <a:rPr lang="en-US" sz="2400" dirty="0"/>
            </a:br>
            <a:r>
              <a:rPr lang="en-US" sz="2400" dirty="0"/>
              <a:t>– Consider testing </a:t>
            </a:r>
            <a:r>
              <a:rPr lang="en-US" sz="2400" b="1" dirty="0"/>
              <a:t>complete</a:t>
            </a:r>
            <a:r>
              <a:rPr lang="en-US" sz="2400" dirty="0"/>
              <a:t> when:</a:t>
            </a:r>
            <a:br>
              <a:rPr lang="en-US" sz="2400" dirty="0"/>
            </a:br>
            <a:r>
              <a:rPr lang="en-US" sz="2400" dirty="0"/>
              <a:t>– Critical errors no longer occur</a:t>
            </a:r>
            <a:br>
              <a:rPr lang="en-US" sz="2400" dirty="0"/>
            </a:br>
            <a:r>
              <a:rPr lang="en-US" sz="2400" dirty="0"/>
              <a:t>– Major errors have been </a:t>
            </a:r>
            <a:r>
              <a:rPr lang="en-US" sz="2400" b="1" dirty="0"/>
              <a:t>repaired or eliminated</a:t>
            </a:r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14E1E8-27A4-FC3A-C7E2-9BBE4415E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572"/>
          </a:xfrm>
        </p:spPr>
        <p:txBody>
          <a:bodyPr/>
          <a:lstStyle/>
          <a:p>
            <a:r>
              <a:rPr lang="en-US" sz="3600" dirty="0"/>
              <a:t>When is Testing Complete?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3530599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E7E1E-74C2-2CEC-1AD0-009EA4D30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605F327-E6DE-2AC1-3CCB-BDE08CBD37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72308" y="1114698"/>
            <a:ext cx="10714891" cy="5338752"/>
          </a:xfrm>
        </p:spPr>
        <p:txBody>
          <a:bodyPr/>
          <a:lstStyle/>
          <a:p>
            <a:r>
              <a:rPr lang="en-US" sz="2400" b="1" dirty="0"/>
              <a:t>Specify product requirements early</a:t>
            </a:r>
            <a:br>
              <a:rPr lang="en-US" sz="2400" dirty="0"/>
            </a:br>
            <a:r>
              <a:rPr lang="en-US" sz="2400" dirty="0"/>
              <a:t>– Requirements should be </a:t>
            </a:r>
            <a:r>
              <a:rPr lang="en-US" sz="2400" b="1" dirty="0"/>
              <a:t>quantifiable</a:t>
            </a:r>
            <a:r>
              <a:rPr lang="en-US" sz="2400" dirty="0"/>
              <a:t> before testing begins</a:t>
            </a:r>
          </a:p>
          <a:p>
            <a:r>
              <a:rPr lang="en-US" sz="2400" b="1" dirty="0"/>
              <a:t>Assess more than errors</a:t>
            </a:r>
            <a:br>
              <a:rPr lang="en-US" sz="2400" dirty="0"/>
            </a:br>
            <a:r>
              <a:rPr lang="en-US" sz="2400" dirty="0"/>
              <a:t>– Include quality characteristics:</a:t>
            </a:r>
            <a:br>
              <a:rPr lang="en-US" sz="2400" dirty="0"/>
            </a:br>
            <a:r>
              <a:rPr lang="en-US" sz="2400" dirty="0"/>
              <a:t>– </a:t>
            </a:r>
            <a:r>
              <a:rPr lang="en-US" sz="2400" b="1" dirty="0"/>
              <a:t>Portability</a:t>
            </a:r>
            <a:br>
              <a:rPr lang="en-US" sz="2400" dirty="0"/>
            </a:br>
            <a:r>
              <a:rPr lang="en-US" sz="2400" dirty="0"/>
              <a:t>– </a:t>
            </a:r>
            <a:r>
              <a:rPr lang="en-US" sz="2400" b="1" dirty="0"/>
              <a:t>Maintainability</a:t>
            </a:r>
            <a:br>
              <a:rPr lang="en-US" sz="2400" dirty="0"/>
            </a:br>
            <a:r>
              <a:rPr lang="en-US" sz="2400" dirty="0"/>
              <a:t>– </a:t>
            </a:r>
            <a:r>
              <a:rPr lang="en-US" sz="2400" b="1" dirty="0"/>
              <a:t>Usability</a:t>
            </a:r>
            <a:endParaRPr lang="en-US" sz="2400" dirty="0"/>
          </a:p>
          <a:p>
            <a:r>
              <a:rPr lang="en-US" sz="2400" b="1" dirty="0"/>
              <a:t>State testing objectives explicitly</a:t>
            </a:r>
            <a:br>
              <a:rPr lang="en-US" sz="2400" dirty="0"/>
            </a:br>
            <a:r>
              <a:rPr lang="en-US" sz="2400" dirty="0"/>
              <a:t>– Objectives should be </a:t>
            </a:r>
            <a:r>
              <a:rPr lang="en-US" sz="2400" b="1" dirty="0"/>
              <a:t>measurable</a:t>
            </a:r>
            <a:r>
              <a:rPr lang="en-US" sz="2400" dirty="0"/>
              <a:t>, e.g.,</a:t>
            </a:r>
            <a:br>
              <a:rPr lang="en-US" sz="2400" dirty="0"/>
            </a:br>
            <a:r>
              <a:rPr lang="en-US" sz="2400" dirty="0"/>
              <a:t>– </a:t>
            </a:r>
            <a:r>
              <a:rPr lang="en-US" sz="2400" b="1" dirty="0"/>
              <a:t>Test effectiveness</a:t>
            </a:r>
            <a:br>
              <a:rPr lang="en-US" sz="2400" dirty="0"/>
            </a:br>
            <a:r>
              <a:rPr lang="en-US" sz="2400" dirty="0"/>
              <a:t>– </a:t>
            </a:r>
            <a:r>
              <a:rPr lang="en-US" sz="2400" b="1" dirty="0"/>
              <a:t>Cost to find/fix defects</a:t>
            </a:r>
            <a:br>
              <a:rPr lang="en-US" sz="2400" dirty="0"/>
            </a:br>
            <a:r>
              <a:rPr lang="en-US" sz="2400" dirty="0"/>
              <a:t>– </a:t>
            </a:r>
            <a:r>
              <a:rPr lang="en-US" sz="2400" b="1" dirty="0"/>
              <a:t>Test coverage</a:t>
            </a:r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81F5AA-02E5-1DA8-BEB5-05DF3CB3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572"/>
          </a:xfrm>
        </p:spPr>
        <p:txBody>
          <a:bodyPr/>
          <a:lstStyle/>
          <a:p>
            <a:r>
              <a:rPr lang="en-US" sz="3600" dirty="0"/>
              <a:t>Software Testing: Strategic Issues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2005664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B307A-1F93-434A-92C7-8F77F290F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5DDB1FA-8AB1-7A5F-BA27-955202FB64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86057" y="1114698"/>
            <a:ext cx="10345504" cy="5338752"/>
          </a:xfrm>
        </p:spPr>
        <p:txBody>
          <a:bodyPr/>
          <a:lstStyle/>
          <a:p>
            <a:r>
              <a:rPr lang="en-US" sz="2400" b="1" dirty="0"/>
              <a:t>Understand the users</a:t>
            </a:r>
            <a:br>
              <a:rPr lang="en-US" sz="2400" dirty="0"/>
            </a:br>
            <a:r>
              <a:rPr lang="en-US" sz="2400" dirty="0"/>
              <a:t>– Develop </a:t>
            </a:r>
            <a:r>
              <a:rPr lang="en-US" sz="2400" b="1" dirty="0"/>
              <a:t>user profiles</a:t>
            </a:r>
            <a:r>
              <a:rPr lang="en-US" sz="2400" dirty="0"/>
              <a:t> and </a:t>
            </a:r>
            <a:r>
              <a:rPr lang="en-US" sz="2400" b="1" dirty="0"/>
              <a:t>use-cases</a:t>
            </a:r>
            <a:br>
              <a:rPr lang="en-US" sz="2400" dirty="0"/>
            </a:br>
            <a:r>
              <a:rPr lang="en-US" sz="2400" dirty="0"/>
              <a:t>– Focus testing on </a:t>
            </a:r>
            <a:r>
              <a:rPr lang="en-US" sz="2400" b="1" dirty="0"/>
              <a:t>actual usage scenarios</a:t>
            </a:r>
            <a:endParaRPr lang="en-US" sz="2400" dirty="0"/>
          </a:p>
          <a:p>
            <a:r>
              <a:rPr lang="en-US" sz="2400" b="1" dirty="0"/>
              <a:t>Build self-testing software</a:t>
            </a:r>
            <a:br>
              <a:rPr lang="en-US" sz="2400" dirty="0"/>
            </a:br>
            <a:r>
              <a:rPr lang="en-US" sz="2400" dirty="0"/>
              <a:t>– Use </a:t>
            </a:r>
            <a:r>
              <a:rPr lang="en-US" sz="2400" b="1" dirty="0"/>
              <a:t>anti-bugging techniques</a:t>
            </a:r>
            <a:br>
              <a:rPr lang="en-US" sz="2400" dirty="0"/>
            </a:br>
            <a:r>
              <a:rPr lang="en-US" sz="2400" dirty="0"/>
              <a:t>– Support </a:t>
            </a:r>
            <a:r>
              <a:rPr lang="en-US" sz="2400" b="1" dirty="0"/>
              <a:t>automated testing</a:t>
            </a:r>
            <a:r>
              <a:rPr lang="en-US" sz="2400" dirty="0"/>
              <a:t> and </a:t>
            </a:r>
            <a:r>
              <a:rPr lang="en-US" sz="2400" b="1" dirty="0"/>
              <a:t>regression testing</a:t>
            </a:r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241194-8112-0221-56D3-3D0DD6E73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572"/>
          </a:xfrm>
        </p:spPr>
        <p:txBody>
          <a:bodyPr/>
          <a:lstStyle/>
          <a:p>
            <a:r>
              <a:rPr lang="en-US" sz="3600" dirty="0"/>
              <a:t>Software Testing: Strategic Issues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867833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E639C-AAFE-2836-AC43-E2F75C756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E0F2B9-6484-1558-C38B-C9B7F45889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86057" y="1114698"/>
            <a:ext cx="10345504" cy="5338752"/>
          </a:xfrm>
        </p:spPr>
        <p:txBody>
          <a:bodyPr/>
          <a:lstStyle/>
          <a:p>
            <a:r>
              <a:rPr lang="en-US" sz="2400" b="1" dirty="0"/>
              <a:t>Use formal technical reviews</a:t>
            </a:r>
            <a:br>
              <a:rPr lang="en-US" sz="2400" dirty="0"/>
            </a:br>
            <a:r>
              <a:rPr lang="en-US" sz="2400" dirty="0"/>
              <a:t>– Acts as a </a:t>
            </a:r>
            <a:r>
              <a:rPr lang="en-US" sz="2400" b="1" dirty="0"/>
              <a:t>filter prior to testing</a:t>
            </a:r>
            <a:br>
              <a:rPr lang="en-US" sz="2400" dirty="0"/>
            </a:br>
            <a:r>
              <a:rPr lang="en-US" sz="2400" dirty="0"/>
              <a:t>– Reduces overall </a:t>
            </a:r>
            <a:r>
              <a:rPr lang="en-US" sz="2400" b="1" dirty="0"/>
              <a:t>testing effort</a:t>
            </a:r>
            <a:endParaRPr lang="en-US" sz="2400" dirty="0"/>
          </a:p>
          <a:p>
            <a:r>
              <a:rPr lang="en-US" sz="2400" b="1" dirty="0"/>
              <a:t>Continuous improvement</a:t>
            </a:r>
            <a:br>
              <a:rPr lang="en-US" sz="2400" dirty="0"/>
            </a:br>
            <a:r>
              <a:rPr lang="en-US" sz="2400" dirty="0"/>
              <a:t>– Measure testing strategy performance</a:t>
            </a:r>
            <a:br>
              <a:rPr lang="en-US" sz="2400" dirty="0"/>
            </a:br>
            <a:r>
              <a:rPr lang="en-US" sz="2400" dirty="0"/>
              <a:t>– Use </a:t>
            </a:r>
            <a:r>
              <a:rPr lang="en-US" sz="2400" b="1" dirty="0"/>
              <a:t>metrics and statistical process control</a:t>
            </a:r>
            <a:r>
              <a:rPr lang="en-US" sz="2400" dirty="0"/>
              <a:t> for better quality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04BF03-EA2D-EC30-2857-86CB0DB61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572"/>
          </a:xfrm>
        </p:spPr>
        <p:txBody>
          <a:bodyPr/>
          <a:lstStyle/>
          <a:p>
            <a:r>
              <a:rPr lang="en-US" sz="3600" dirty="0"/>
              <a:t>Software Testing: Strategic Issues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574318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2D0E5-50C0-38C2-DE4F-57FFBA08D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550595-7471-C2DB-DDBC-84C5F2D520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86057" y="1114698"/>
            <a:ext cx="10345504" cy="5338752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Definition:</a:t>
            </a:r>
            <a:br>
              <a:rPr lang="en-US" sz="2400" dirty="0"/>
            </a:br>
            <a:r>
              <a:rPr lang="en-US" sz="2400" dirty="0"/>
              <a:t>	Debugging is the process of identifying, analyzing, and removing errors (bugs) from a software system after testing.</a:t>
            </a:r>
          </a:p>
          <a:p>
            <a:pPr marL="0" indent="0">
              <a:buNone/>
            </a:pPr>
            <a:r>
              <a:rPr lang="en-US" sz="2400" b="1" dirty="0"/>
              <a:t>Explanation:</a:t>
            </a:r>
            <a:br>
              <a:rPr lang="en-US" sz="2400" dirty="0"/>
            </a:br>
            <a:r>
              <a:rPr lang="en-US" sz="2400" dirty="0"/>
              <a:t>	Debugging begins when a program produces incorrect results during testing. The developer must investigate why the error occurred and fix the underlying issue. It is often considered an </a:t>
            </a:r>
            <a:r>
              <a:rPr lang="en-US" sz="2400" i="1" dirty="0"/>
              <a:t>art</a:t>
            </a:r>
            <a:r>
              <a:rPr lang="en-US" sz="2400" dirty="0"/>
              <a:t> because it requires logical thinking, experience, and intuition rather than a fixed method.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D65553-18AB-2474-D7D8-DDECEB3BB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572"/>
          </a:xfrm>
        </p:spPr>
        <p:txBody>
          <a:bodyPr/>
          <a:lstStyle/>
          <a:p>
            <a:r>
              <a:rPr lang="en-US" sz="3600" dirty="0"/>
              <a:t>What is Debugging?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24215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584CA-E5B1-CDDA-2137-6681E73A7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7351E2-7785-F7A0-671D-D7AB903ADD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95890" y="1281846"/>
            <a:ext cx="10345504" cy="5338752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The debugging process is a systematic approach to locate and fix the cause of a detected error.</a:t>
            </a:r>
          </a:p>
          <a:p>
            <a:pPr lvl="1"/>
            <a:r>
              <a:rPr lang="en-US" sz="2400" dirty="0"/>
              <a:t>It starts when a test case is executed. </a:t>
            </a:r>
          </a:p>
          <a:p>
            <a:pPr lvl="1"/>
            <a:r>
              <a:rPr lang="en-US" sz="2400" dirty="0"/>
              <a:t>The output is compared with the expected result. </a:t>
            </a:r>
          </a:p>
          <a:p>
            <a:pPr lvl="1"/>
            <a:r>
              <a:rPr lang="en-US" sz="2400" dirty="0"/>
              <a:t>Any mismatch is called a </a:t>
            </a:r>
            <a:r>
              <a:rPr lang="en-US" sz="2400" b="1" dirty="0"/>
              <a:t>symptom</a:t>
            </a:r>
            <a:r>
              <a:rPr lang="en-US" sz="2400" dirty="0"/>
              <a:t> of an error. </a:t>
            </a:r>
          </a:p>
          <a:p>
            <a:pPr lvl="1"/>
            <a:r>
              <a:rPr lang="en-US" sz="2400" dirty="0"/>
              <a:t>The actual cause of the problem is hidden. </a:t>
            </a:r>
          </a:p>
          <a:p>
            <a:pPr lvl="1"/>
            <a:r>
              <a:rPr lang="en-US" sz="2400" dirty="0"/>
              <a:t>The goal is to connect the symptom with its root cause and fix it.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E5E199-6A8B-E26B-8E8F-205157207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572"/>
          </a:xfrm>
        </p:spPr>
        <p:txBody>
          <a:bodyPr/>
          <a:lstStyle/>
          <a:p>
            <a:r>
              <a:rPr lang="en-US" sz="3600" dirty="0"/>
              <a:t>Debugging Process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2719106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87522-37E6-3D00-1F37-32D5D45D1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82E6E0-A746-79CC-9328-2726B6541A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95890" y="1281846"/>
            <a:ext cx="10345504" cy="5338752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Debugging happens after successful testing detects errors.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It varies from person to person—some developers are naturally better at it.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It involves logical reasoning and careful analysis.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It requires understanding both the code and system design.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B9AD84-4EBE-7B47-9F28-B712A8E25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572"/>
          </a:xfrm>
        </p:spPr>
        <p:txBody>
          <a:bodyPr/>
          <a:lstStyle/>
          <a:p>
            <a:r>
              <a:rPr lang="en-US" sz="3600" dirty="0"/>
              <a:t>Key Characteristics of Debugging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1274373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1DC00-B5B3-168E-DE17-3EB7001A2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25B61C5-886E-25AF-74C5-65037F4BDF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95890" y="1281846"/>
            <a:ext cx="10345504" cy="2700219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Debugging is challenging due to several reasons:</a:t>
            </a:r>
          </a:p>
          <a:p>
            <a:pPr lvl="1"/>
            <a:r>
              <a:rPr lang="en-US" sz="2400" dirty="0"/>
              <a:t>The </a:t>
            </a:r>
            <a:r>
              <a:rPr lang="en-US" sz="2400" b="1" dirty="0"/>
              <a:t>symptom and cause may be far apart</a:t>
            </a:r>
            <a:r>
              <a:rPr lang="en-US" sz="2400" dirty="0"/>
              <a:t> in the code. </a:t>
            </a:r>
          </a:p>
          <a:p>
            <a:pPr lvl="1"/>
            <a:r>
              <a:rPr lang="en-US" sz="2400" dirty="0"/>
              <a:t>Fixing one bug may temporarily hide another bug. </a:t>
            </a:r>
          </a:p>
          <a:p>
            <a:pPr lvl="1"/>
            <a:r>
              <a:rPr lang="en-US" sz="2400" dirty="0"/>
              <a:t>Some issues may not be real errors (e.g., rounding errors). </a:t>
            </a:r>
          </a:p>
          <a:p>
            <a:pPr lvl="1"/>
            <a:r>
              <a:rPr lang="en-US" sz="2400" dirty="0"/>
              <a:t>Human mistakes can be difficult to trace.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BD8851-26F5-D878-CD1B-BC0BE5027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572"/>
          </a:xfrm>
        </p:spPr>
        <p:txBody>
          <a:bodyPr/>
          <a:lstStyle/>
          <a:p>
            <a:r>
              <a:rPr lang="en-US" sz="3600" dirty="0"/>
              <a:t>Why Debugging is Difficult 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4166095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05C16-9498-A6EE-BAF1-71D3FEC03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FF70B6-EF43-1302-6495-0C63C4FC3B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95890" y="1281846"/>
            <a:ext cx="10345504" cy="3644115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Additional challenges include:</a:t>
            </a:r>
          </a:p>
          <a:p>
            <a:pPr lvl="1"/>
            <a:r>
              <a:rPr lang="en-US" sz="2400" dirty="0"/>
              <a:t>Errors caused by </a:t>
            </a:r>
            <a:r>
              <a:rPr lang="en-US" sz="2400" b="1" dirty="0"/>
              <a:t>timing issues</a:t>
            </a:r>
            <a:r>
              <a:rPr lang="en-US" sz="2400" dirty="0"/>
              <a:t> instead of logic errors. </a:t>
            </a:r>
          </a:p>
          <a:p>
            <a:pPr lvl="1"/>
            <a:r>
              <a:rPr lang="en-US" sz="2400" dirty="0"/>
              <a:t>Difficulty in reproducing exact error conditions. </a:t>
            </a:r>
          </a:p>
          <a:p>
            <a:pPr lvl="1"/>
            <a:r>
              <a:rPr lang="en-US" sz="2400" dirty="0"/>
              <a:t>Bugs that occur only occasionally (intermittent errors). </a:t>
            </a:r>
          </a:p>
          <a:p>
            <a:pPr lvl="1"/>
            <a:r>
              <a:rPr lang="en-US" sz="2400" dirty="0"/>
              <a:t>Errors spread across multiple modules or processes.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CF2E00-39E9-986B-F644-846E0CE53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572"/>
          </a:xfrm>
        </p:spPr>
        <p:txBody>
          <a:bodyPr/>
          <a:lstStyle/>
          <a:p>
            <a:r>
              <a:rPr lang="en-US" sz="3600" dirty="0"/>
              <a:t>Why Debugging is Difficult 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2544859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9CEB8-D96B-7CD3-F2ED-E208CB17D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76EB73-A791-5372-70AD-9D88EA2562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95890" y="1281846"/>
            <a:ext cx="10345504" cy="5338752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Definition:</a:t>
            </a:r>
            <a:br>
              <a:rPr lang="en-US" sz="2400" dirty="0"/>
            </a:br>
            <a:r>
              <a:rPr lang="en-US" sz="2400" dirty="0"/>
              <a:t>	Debugging strategies are structured methods used to identify and fix errors efficiently.</a:t>
            </a:r>
          </a:p>
          <a:p>
            <a:pPr marL="0" indent="0">
              <a:buNone/>
            </a:pPr>
            <a:br>
              <a:rPr lang="en-US" sz="2400" dirty="0"/>
            </a:br>
            <a:r>
              <a:rPr lang="en-US" sz="2400" dirty="0"/>
              <a:t>Debugging is not random—it uses a mix of logic, experience, and tools.</a:t>
            </a:r>
            <a:br>
              <a:rPr lang="en-US" sz="2400" dirty="0"/>
            </a:br>
            <a:r>
              <a:rPr lang="en-US" sz="2400" dirty="0"/>
              <a:t>There are three main strategies:</a:t>
            </a:r>
          </a:p>
          <a:p>
            <a:pPr lvl="1"/>
            <a:r>
              <a:rPr lang="en-US" sz="2400" b="1" dirty="0"/>
              <a:t>Brute Force </a:t>
            </a:r>
          </a:p>
          <a:p>
            <a:pPr lvl="1"/>
            <a:r>
              <a:rPr lang="en-US" sz="2400" b="1" dirty="0"/>
              <a:t>Backtracking </a:t>
            </a:r>
          </a:p>
          <a:p>
            <a:pPr lvl="1"/>
            <a:r>
              <a:rPr lang="en-US" sz="2400" b="1" dirty="0"/>
              <a:t>Cause Elimination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FF5F6F-0426-93B7-13DC-8744AFC9E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572"/>
          </a:xfrm>
        </p:spPr>
        <p:txBody>
          <a:bodyPr/>
          <a:lstStyle/>
          <a:p>
            <a:r>
              <a:rPr lang="en-US" sz="3600" dirty="0"/>
              <a:t>Debugging Strategies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13602445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CEAAD-4CEA-1004-0E93-1E7BC7DD2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65A4C2-CAFC-B509-AE4E-B3BBBF797E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95890" y="1281846"/>
            <a:ext cx="10345504" cy="5338752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Definition:</a:t>
            </a:r>
            <a:br>
              <a:rPr lang="en-US" sz="2400" dirty="0"/>
            </a:br>
            <a:r>
              <a:rPr lang="en-US" sz="2400" dirty="0"/>
              <a:t>	A simple debugging method that uses direct observation techniques to find errors.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sz="2400" dirty="0"/>
              <a:t>Uses print statements, memory dumps, or logs. </a:t>
            </a:r>
          </a:p>
          <a:p>
            <a:pPr lvl="1"/>
            <a:r>
              <a:rPr lang="en-US" sz="2400" dirty="0"/>
              <a:t>Commonly used when no other method works. </a:t>
            </a:r>
          </a:p>
          <a:p>
            <a:pPr lvl="1"/>
            <a:r>
              <a:rPr lang="en-US" sz="2400" dirty="0"/>
              <a:t>Easy to apply but often inefficient and time-consuming.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C65B3B-C43D-AB0E-B9A6-322B63D81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572"/>
          </a:xfrm>
        </p:spPr>
        <p:txBody>
          <a:bodyPr/>
          <a:lstStyle/>
          <a:p>
            <a:r>
              <a:rPr lang="en-US" sz="3600" dirty="0"/>
              <a:t>Brute Force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4112265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F7724-992E-0396-F510-1D6DD315C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57C444F-FE4E-3F04-160C-DAEA57D5DF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95890" y="1281846"/>
            <a:ext cx="10345504" cy="5338752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Definition:</a:t>
            </a:r>
            <a:br>
              <a:rPr lang="en-US" sz="2400" dirty="0"/>
            </a:br>
            <a:r>
              <a:rPr lang="en-US" sz="2400" dirty="0"/>
              <a:t>	A method that traces the program execution backward from the point where the error appears.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sz="2400" dirty="0"/>
              <a:t>Starts from the error location. </a:t>
            </a:r>
          </a:p>
          <a:p>
            <a:pPr lvl="1"/>
            <a:r>
              <a:rPr lang="en-US" sz="2400" dirty="0"/>
              <a:t>Moves step-by-step backward through the code. </a:t>
            </a:r>
          </a:p>
          <a:p>
            <a:pPr lvl="1"/>
            <a:r>
              <a:rPr lang="en-US" sz="2400" dirty="0"/>
              <a:t>Effective for small programs. </a:t>
            </a:r>
          </a:p>
          <a:p>
            <a:pPr lvl="1"/>
            <a:r>
              <a:rPr lang="en-US" sz="2400" dirty="0"/>
              <a:t>Difficult for large systems due to many possible paths.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14E3C0-81AD-43EA-7D11-826CED034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572"/>
          </a:xfrm>
        </p:spPr>
        <p:txBody>
          <a:bodyPr/>
          <a:lstStyle/>
          <a:p>
            <a:r>
              <a:rPr lang="en-US" sz="3600" dirty="0"/>
              <a:t>Backtracking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730038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35FD1-B006-0DCD-5860-E5FD581C1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2A19E1D-F8F6-FBFF-DAD6-65C3ABD094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95890" y="1281846"/>
            <a:ext cx="10345504" cy="5338752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Definition:</a:t>
            </a:r>
            <a:br>
              <a:rPr lang="en-US" sz="2400" dirty="0"/>
            </a:br>
            <a:r>
              <a:rPr lang="en-US" sz="2400" dirty="0"/>
              <a:t>	A systematic method that eliminates possible causes until the real cause is found.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sz="2400" dirty="0"/>
              <a:t>Uses logical reasoning (induction and deduction). </a:t>
            </a:r>
          </a:p>
          <a:p>
            <a:pPr lvl="1"/>
            <a:r>
              <a:rPr lang="en-US" sz="2400" dirty="0"/>
              <a:t>Collects data related to the error. </a:t>
            </a:r>
          </a:p>
          <a:p>
            <a:pPr lvl="1"/>
            <a:r>
              <a:rPr lang="en-US" sz="2400" dirty="0"/>
              <a:t>Forms hypotheses and tests them. </a:t>
            </a:r>
          </a:p>
          <a:p>
            <a:pPr lvl="1"/>
            <a:r>
              <a:rPr lang="en-US" sz="2400" dirty="0"/>
              <a:t>Eliminates incorrect causes step by step. </a:t>
            </a:r>
          </a:p>
          <a:p>
            <a:pPr lvl="1"/>
            <a:r>
              <a:rPr lang="en-US" sz="2400" dirty="0"/>
              <a:t>Most efficient and structured approach.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92815A-4D97-6C11-0398-4A62CA6B0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572"/>
          </a:xfrm>
        </p:spPr>
        <p:txBody>
          <a:bodyPr/>
          <a:lstStyle/>
          <a:p>
            <a:r>
              <a:rPr lang="en-US" sz="3600" dirty="0"/>
              <a:t>Cause Elimination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32023448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38010B-8E5F-0FBD-F628-2D4F23443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588" y="2766218"/>
            <a:ext cx="5068824" cy="1325563"/>
          </a:xfrm>
        </p:spPr>
        <p:txBody>
          <a:bodyPr/>
          <a:lstStyle/>
          <a:p>
            <a:r>
              <a:rPr lang="en-US" sz="7200" dirty="0"/>
              <a:t>Thank You</a:t>
            </a:r>
            <a:r>
              <a:rPr lang="en-US" sz="7200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928689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-Updated">
  <a:themeElements>
    <a:clrScheme name="BizPlus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7662CC"/>
      </a:accent1>
      <a:accent2>
        <a:srgbClr val="6650C4"/>
      </a:accent2>
      <a:accent3>
        <a:srgbClr val="FD91EE"/>
      </a:accent3>
      <a:accent4>
        <a:srgbClr val="F643C7"/>
      </a:accent4>
      <a:accent5>
        <a:srgbClr val="FEAF35"/>
      </a:accent5>
      <a:accent6>
        <a:srgbClr val="FE831F"/>
      </a:accent6>
      <a:hlink>
        <a:srgbClr val="0563C1"/>
      </a:hlink>
      <a:folHlink>
        <a:srgbClr val="954F72"/>
      </a:folHlink>
    </a:clrScheme>
    <a:fontScheme name="BizPlus.">
      <a:majorFont>
        <a:latin typeface="Ubuntu Medium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-Updated" id="{3BDBB22F-BE78-4146-B03C-602E262EDBC0}" vid="{B7E71798-8581-CA44-A2FA-411C43FEB2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59bb786-4909-493b-8b10-8e2d04c5bb5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67344F7CB21B42ADB20EDB9F6C8AC1" ma:contentTypeVersion="10" ma:contentTypeDescription="Create a new document." ma:contentTypeScope="" ma:versionID="b167741434965b6315d93d922a63feb9">
  <xsd:schema xmlns:xsd="http://www.w3.org/2001/XMLSchema" xmlns:xs="http://www.w3.org/2001/XMLSchema" xmlns:p="http://schemas.microsoft.com/office/2006/metadata/properties" xmlns:ns3="559bb786-4909-493b-8b10-8e2d04c5bb57" targetNamespace="http://schemas.microsoft.com/office/2006/metadata/properties" ma:root="true" ma:fieldsID="a8d3caccf0fa49af049f7f9a0ca8552a" ns3:_="">
    <xsd:import namespace="559bb786-4909-493b-8b10-8e2d04c5bb5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9bb786-4909-493b-8b10-8e2d04c5bb5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7F14930-81D2-4228-8099-261802AA0F36}">
  <ds:schemaRefs>
    <ds:schemaRef ds:uri="http://schemas.microsoft.com/office/2006/documentManagement/types"/>
    <ds:schemaRef ds:uri="http://www.w3.org/XML/1998/namespace"/>
    <ds:schemaRef ds:uri="http://purl.org/dc/elements/1.1/"/>
    <ds:schemaRef ds:uri="559bb786-4909-493b-8b10-8e2d04c5bb57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FBE5867-4B08-4623-B1BD-4867CF020E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9bb786-4909-493b-8b10-8e2d04c5bb5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B2FB3CD-9140-4F79-8372-48D6A369FD9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Theme1-Updated</Template>
  <TotalTime>567</TotalTime>
  <Words>1759</Words>
  <Application>Microsoft Office PowerPoint</Application>
  <PresentationFormat>Widescreen</PresentationFormat>
  <Paragraphs>156</Paragraphs>
  <Slides>22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Aptos</vt:lpstr>
      <vt:lpstr>Arial</vt:lpstr>
      <vt:lpstr>Calibri</vt:lpstr>
      <vt:lpstr>Heebo</vt:lpstr>
      <vt:lpstr>Roboto Light</vt:lpstr>
      <vt:lpstr>Times New Roman</vt:lpstr>
      <vt:lpstr>Ubuntu</vt:lpstr>
      <vt:lpstr>Ubuntu Light</vt:lpstr>
      <vt:lpstr>Ubuntu Medium</vt:lpstr>
      <vt:lpstr>Wingdings</vt:lpstr>
      <vt:lpstr>Theme1-Updated</vt:lpstr>
      <vt:lpstr>Software Integration &amp; Maintenance</vt:lpstr>
      <vt:lpstr>Software Testing Strategies</vt:lpstr>
      <vt:lpstr>A Strategic Approach</vt:lpstr>
      <vt:lpstr>A Strategic Approach</vt:lpstr>
      <vt:lpstr>Software Testing: Verification &amp; Validation (V&amp;V)</vt:lpstr>
      <vt:lpstr>Software Testing: Verification &amp; Validation (V&amp;V)</vt:lpstr>
      <vt:lpstr>Software Testing: Organizing for Testing</vt:lpstr>
      <vt:lpstr>Strategy for Conventional Software Architecture</vt:lpstr>
      <vt:lpstr>When is Testing Complete?</vt:lpstr>
      <vt:lpstr>Software Testing: Strategic Issues</vt:lpstr>
      <vt:lpstr>Software Testing: Strategic Issues</vt:lpstr>
      <vt:lpstr>Software Testing: Strategic Issues</vt:lpstr>
      <vt:lpstr>What is Debugging?</vt:lpstr>
      <vt:lpstr>Debugging Process</vt:lpstr>
      <vt:lpstr>Key Characteristics of Debugging</vt:lpstr>
      <vt:lpstr>Why Debugging is Difficult </vt:lpstr>
      <vt:lpstr>Why Debugging is Difficult </vt:lpstr>
      <vt:lpstr>Debugging Strategies</vt:lpstr>
      <vt:lpstr>Brute Force</vt:lpstr>
      <vt:lpstr>Backtracking</vt:lpstr>
      <vt:lpstr>Cause Elimination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Abak Fahim</dc:creator>
  <cp:lastModifiedBy>Md Manirujjaman</cp:lastModifiedBy>
  <cp:revision>26</cp:revision>
  <dcterms:created xsi:type="dcterms:W3CDTF">2025-12-13T16:14:03Z</dcterms:created>
  <dcterms:modified xsi:type="dcterms:W3CDTF">2026-09-16T01:26:40Z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0x0101004367344F7CB21B42ADB20EDB9F6C8AC1</vt:lpwstr>
  </property>
</Properties>
</file>