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F0B87-4CED-C931-5CCB-2822E89D2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DCD25-8413-4F39-A82E-53B91A202C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CB702-7CD3-2FA4-EA01-271FBD639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376BC-7314-40BF-BD9A-B510463EC91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10271-C3BE-EF0D-99C3-EF2181405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5608F-CAAC-B09C-9CD7-3EE413208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4A0C-28CF-49E7-A871-918D15C2D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629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99AC5-C549-809A-E699-1872E49F9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B7F2A-8181-83B0-13C3-403A0D68C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4DD91-EE13-07D0-DD73-62E11CAA9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376BC-7314-40BF-BD9A-B510463EC91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20EEF-2CD9-6DC7-74D2-ABA4E6A84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9CFE2-971B-86C6-5F03-C45DD546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4A0C-28CF-49E7-A871-918D15C2D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229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03770-A1AD-6865-FF50-44B6FED04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0C351-1389-7FE7-068A-8EC0B87DF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88E33-C65D-B9BF-2578-0E7DC97F0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376BC-7314-40BF-BD9A-B510463EC91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2C5EB-91B3-9C24-6D5F-ED197AEF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D05DE-423E-05D2-9A38-B197AB0A8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4A0C-28CF-49E7-A871-918D15C2D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46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A6422-0822-628F-352A-1EC3E16EE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62171-D6AC-4D47-E87D-C321D24BC5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6D7810-C1CE-3ADD-41D6-4E34656157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CFB19-2A21-A68F-79E0-9E0A80094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376BC-7314-40BF-BD9A-B510463EC91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67FD1-FAAD-1378-07C9-C8535E272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A4C03-A586-8621-F128-B520810D1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4A0C-28CF-49E7-A871-918D15C2D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995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BD47C-D485-592A-76AC-6C1B70C57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03A1A-9C87-319D-CBCF-F88AADD4A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F12080-84E6-E92A-0222-43A8F1466C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87738C-5978-EF85-5424-68AC98172C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B15CCB-4C69-BA38-C86D-FDB41E7AFE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FCDA85-8731-3118-E167-6EC45DD42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376BC-7314-40BF-BD9A-B510463EC91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0DAB61-4C46-FE65-A3CB-04F16978B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3F83E8-D561-5D1A-C179-EDB7BFB9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4A0C-28CF-49E7-A871-918D15C2D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226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364E7-6B40-4D4F-F274-24935ED65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66CF47-4BBF-F5AD-135F-BB06DC2D3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376BC-7314-40BF-BD9A-B510463EC91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24116D-1CC3-390A-AA24-58BDFE67D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3F1904-5D37-5222-E5E2-7F73330C3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4A0C-28CF-49E7-A871-918D15C2D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01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9B4AD-940A-BE04-43F5-708C54667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376BC-7314-40BF-BD9A-B510463EC91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043D5B-8801-50E8-62C9-79287D057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94DDF-A273-5294-8FF8-5CB7A5286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4A0C-28CF-49E7-A871-918D15C2D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09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C1D69-44CF-25B6-930E-60C62FA3F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7D7CE-505A-9128-DF24-DC1C58F64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1201B6-0663-F1FB-68A3-26CD672E2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0609A-CDCC-E9AD-B132-B156D6F36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376BC-7314-40BF-BD9A-B510463EC91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B3512-FA12-D68F-0FB3-065557C9C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6EC671-AD42-1A24-C3A9-FA1069E09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4A0C-28CF-49E7-A871-918D15C2D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569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36B1D-80B5-D801-1487-6B888E295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67BC0F-A1DD-2327-4153-D8F922BF9C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BF901F-1F57-EC4E-F1FE-703CBF9D4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D9E47D-7B95-B08C-8632-12366B478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376BC-7314-40BF-BD9A-B510463EC91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4FB4B3-F332-ECA1-EDC3-F8D059FE2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A4286-96AD-0722-BBD8-18B841E67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4A0C-28CF-49E7-A871-918D15C2D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273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44D39-A74A-B767-DE3B-E578BA1A7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70DB71-53D4-FCEE-DE74-F116FA394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9D9F5-6BEC-15EF-89D9-CD01BEFB5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376BC-7314-40BF-BD9A-B510463EC91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B2D1B-B6A4-B441-DEEC-248AC6748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63FFC-466E-16FD-2F46-B496D6BFC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4A0C-28CF-49E7-A871-918D15C2D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970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119522-EAF0-B7A4-F9AB-227F453347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6DF9F-AC26-89FD-6093-3DF4BD9C3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95986-0D82-C819-321F-6F59782A7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376BC-7314-40BF-BD9A-B510463EC91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AEC9C-0348-BF32-9BBC-F45FD5294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EF415-02A0-F890-F045-C20F0A04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4A0C-28CF-49E7-A871-918D15C2D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322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7FA433-9924-A5C0-E589-32325A71C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D6CEB-B803-A797-CD95-360A1B0CB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9E9BC-644E-2047-99FF-C375351146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376BC-7314-40BF-BD9A-B510463EC91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BDDEB-4F10-48A2-4B60-7337A6EF7C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BAEE3-D259-2FF7-2B91-15DA88751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14A0C-28CF-49E7-A871-918D15C2D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127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025C945-74D5-DBF9-9E1A-00CBB41A14A4}"/>
              </a:ext>
            </a:extLst>
          </p:cNvPr>
          <p:cNvSpPr txBox="1"/>
          <p:nvPr/>
        </p:nvSpPr>
        <p:spPr>
          <a:xfrm>
            <a:off x="-29497" y="0"/>
            <a:ext cx="11877368" cy="3206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Dhaka International University</a:t>
            </a:r>
            <a:endParaRPr lang="en-US" sz="1800" dirty="0"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Faculty of Science and Engineering </a:t>
            </a:r>
            <a:endParaRPr lang="en-US" sz="1800" dirty="0"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US" sz="1800" dirty="0"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B.Sc. in Computer Science and Engineering</a:t>
            </a:r>
            <a:endParaRPr lang="en-US" sz="1800" dirty="0"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Class Test -01 (July-December, 2026)</a:t>
            </a:r>
            <a:endParaRPr lang="en-US" sz="1800" dirty="0"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Batch: 85</a:t>
            </a:r>
            <a:r>
              <a:rPr lang="en-US" sz="1800" baseline="300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(1</a:t>
            </a:r>
            <a:r>
              <a:rPr lang="en-US" sz="1800" baseline="300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Shift), Semester: 7</a:t>
            </a:r>
            <a:r>
              <a:rPr lang="en-US" sz="1800" baseline="300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endParaRPr lang="en-US" sz="1800" dirty="0"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Course Code: 0613-412, Course Title: Software Integration and Maintenance</a:t>
            </a:r>
            <a:endParaRPr lang="en-US" sz="1800" dirty="0"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1CB5434-9093-88C3-971F-5404292E95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451847"/>
              </p:ext>
            </p:extLst>
          </p:nvPr>
        </p:nvGraphicFramePr>
        <p:xfrm>
          <a:off x="701367" y="2999856"/>
          <a:ext cx="10592619" cy="2021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0014">
                  <a:extLst>
                    <a:ext uri="{9D8B030D-6E8A-4147-A177-3AD203B41FA5}">
                      <a16:colId xmlns:a16="http://schemas.microsoft.com/office/drawing/2014/main" val="307160668"/>
                    </a:ext>
                  </a:extLst>
                </a:gridCol>
                <a:gridCol w="9101392">
                  <a:extLst>
                    <a:ext uri="{9D8B030D-6E8A-4147-A177-3AD203B41FA5}">
                      <a16:colId xmlns:a16="http://schemas.microsoft.com/office/drawing/2014/main" val="3403551907"/>
                    </a:ext>
                  </a:extLst>
                </a:gridCol>
                <a:gridCol w="1101213">
                  <a:extLst>
                    <a:ext uri="{9D8B030D-6E8A-4147-A177-3AD203B41FA5}">
                      <a16:colId xmlns:a16="http://schemas.microsoft.com/office/drawing/2014/main" val="609705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763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Explain the statement: “Debugging is considered an art rather than a fixed mechanical process.”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(03)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726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Describe the practical conditions under which software testing may be considered complete.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(03)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507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Discuss the major reasons that make software debugging difficult.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(04)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420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7147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B1F55-132E-B8D1-C11D-E7AF1DEB6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D318145-396F-A5A3-8E35-57E4CC0ABEEE}"/>
              </a:ext>
            </a:extLst>
          </p:cNvPr>
          <p:cNvSpPr txBox="1"/>
          <p:nvPr/>
        </p:nvSpPr>
        <p:spPr>
          <a:xfrm>
            <a:off x="-29497" y="0"/>
            <a:ext cx="11877368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Class Test -02 (July-December, 2026)</a:t>
            </a:r>
            <a:endParaRPr lang="en-US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Batch: 85</a:t>
            </a:r>
            <a:r>
              <a:rPr lang="en-US" sz="1800" baseline="300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(1</a:t>
            </a:r>
            <a:r>
              <a:rPr lang="en-US" sz="1800" baseline="300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Shift), Semester: 7</a:t>
            </a:r>
            <a:r>
              <a:rPr lang="en-US" sz="1800" baseline="300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</a:t>
            </a:r>
            <a:endParaRPr lang="en-US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Course Code: 0613-412, Course Title: Software Integration and Maintenance</a:t>
            </a:r>
            <a:endParaRPr lang="en-US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US" sz="1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E05443C-89FD-0B2E-B2F7-B44FD0F47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957817"/>
              </p:ext>
            </p:extLst>
          </p:nvPr>
        </p:nvGraphicFramePr>
        <p:xfrm>
          <a:off x="612877" y="1241520"/>
          <a:ext cx="10592619" cy="22110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0014">
                  <a:extLst>
                    <a:ext uri="{9D8B030D-6E8A-4147-A177-3AD203B41FA5}">
                      <a16:colId xmlns:a16="http://schemas.microsoft.com/office/drawing/2014/main" val="307160668"/>
                    </a:ext>
                  </a:extLst>
                </a:gridCol>
                <a:gridCol w="9101392">
                  <a:extLst>
                    <a:ext uri="{9D8B030D-6E8A-4147-A177-3AD203B41FA5}">
                      <a16:colId xmlns:a16="http://schemas.microsoft.com/office/drawing/2014/main" val="3403551907"/>
                    </a:ext>
                  </a:extLst>
                </a:gridCol>
                <a:gridCol w="1101213">
                  <a:extLst>
                    <a:ext uri="{9D8B030D-6E8A-4147-A177-3AD203B41FA5}">
                      <a16:colId xmlns:a16="http://schemas.microsoft.com/office/drawing/2014/main" val="609705511"/>
                    </a:ext>
                  </a:extLst>
                </a:gridCol>
              </a:tblGrid>
              <a:tr h="873656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Write short notes on following terms (04)</a:t>
                      </a:r>
                    </a:p>
                    <a:p>
                      <a:pPr marL="800100" lvl="1" indent="-342900">
                        <a:buFont typeface="+mj-lt"/>
                        <a:buAutoNum type="alphaLcParenR"/>
                      </a:pPr>
                      <a:r>
                        <a:rPr 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Load testing</a:t>
                      </a:r>
                    </a:p>
                    <a:p>
                      <a:pPr marL="800100" lvl="1" indent="-342900">
                        <a:buFont typeface="+mj-lt"/>
                        <a:buAutoNum type="alphaLcParenR"/>
                      </a:pPr>
                      <a:r>
                        <a:rPr 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Stress testing</a:t>
                      </a:r>
                    </a:p>
                    <a:p>
                      <a:pPr marL="800100" lvl="1" indent="-342900">
                        <a:buFont typeface="+mj-lt"/>
                        <a:buAutoNum type="alphaLcParenR"/>
                      </a:pPr>
                      <a:r>
                        <a:rPr 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Operational profile</a:t>
                      </a:r>
                    </a:p>
                    <a:p>
                      <a:pPr marL="800100" lvl="1" indent="-342900">
                        <a:buFont typeface="+mj-lt"/>
                        <a:buAutoNum type="alphaLcParenR"/>
                      </a:pPr>
                      <a:r>
                        <a:rPr 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Defect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726482"/>
                  </a:ext>
                </a:extLst>
              </a:tr>
              <a:tr h="382224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Two servers are evaluated for reliability. Their operational records are given below: (06)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507668"/>
                  </a:ext>
                </a:extLst>
              </a:tr>
              <a:tr h="221448">
                <a:tc>
                  <a:txBody>
                    <a:bodyPr/>
                    <a:lstStyle/>
                    <a:p>
                      <a:endParaRPr lang="en-US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420478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5D8AE3-C329-874F-FF1D-4B902C4B43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893765"/>
              </p:ext>
            </p:extLst>
          </p:nvPr>
        </p:nvGraphicFramePr>
        <p:xfrm>
          <a:off x="2458064" y="3201844"/>
          <a:ext cx="654828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01782">
                  <a:extLst>
                    <a:ext uri="{9D8B030D-6E8A-4147-A177-3AD203B41FA5}">
                      <a16:colId xmlns:a16="http://schemas.microsoft.com/office/drawing/2014/main" val="3860302438"/>
                    </a:ext>
                  </a:extLst>
                </a:gridCol>
                <a:gridCol w="1563740">
                  <a:extLst>
                    <a:ext uri="{9D8B030D-6E8A-4147-A177-3AD203B41FA5}">
                      <a16:colId xmlns:a16="http://schemas.microsoft.com/office/drawing/2014/main" val="4033067968"/>
                    </a:ext>
                  </a:extLst>
                </a:gridCol>
                <a:gridCol w="2182761">
                  <a:extLst>
                    <a:ext uri="{9D8B030D-6E8A-4147-A177-3AD203B41FA5}">
                      <a16:colId xmlns:a16="http://schemas.microsoft.com/office/drawing/2014/main" val="6517450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Server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57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Uptime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420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1500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044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Failures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606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Repair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79186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40428D0-8D85-1921-D020-FFC2F3460B83}"/>
              </a:ext>
            </a:extLst>
          </p:cNvPr>
          <p:cNvSpPr txBox="1"/>
          <p:nvPr/>
        </p:nvSpPr>
        <p:spPr>
          <a:xfrm>
            <a:off x="1066301" y="4732110"/>
            <a:ext cx="88443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lphaLcParenR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Calculate the MTBF, MTTR, Availability, and Failure Rate of both servers. Compare their reliability and evaluate their compliance with a 99.95% SLA.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Calculate the annual downtime of both servers and determine the minimum downtime reduction required for each server to satisfy the 99.95% SLA. Assume 365 days per year.</a:t>
            </a:r>
          </a:p>
        </p:txBody>
      </p:sp>
    </p:spTree>
    <p:extLst>
      <p:ext uri="{BB962C8B-B14F-4D97-AF65-F5344CB8AC3E}">
        <p14:creationId xmlns:p14="http://schemas.microsoft.com/office/powerpoint/2010/main" val="325132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261</Words>
  <Application>Microsoft Office PowerPoint</Application>
  <PresentationFormat>Widescreen</PresentationFormat>
  <Paragraphs>43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Manirujjaman</dc:creator>
  <cp:lastModifiedBy>Md Manirujjaman</cp:lastModifiedBy>
  <cp:revision>3</cp:revision>
  <dcterms:created xsi:type="dcterms:W3CDTF">2026-09-24T06:18:24Z</dcterms:created>
  <dcterms:modified xsi:type="dcterms:W3CDTF">2026-10-29T07:56:52Z</dcterms:modified>
</cp:coreProperties>
</file>