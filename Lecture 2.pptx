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handoutMasterIdLst>
    <p:handoutMasterId r:id="rId29"/>
  </p:handoutMasterIdLst>
  <p:sldIdLst>
    <p:sldId id="258" r:id="rId2"/>
    <p:sldId id="257" r:id="rId3"/>
    <p:sldId id="259" r:id="rId4"/>
    <p:sldId id="277" r:id="rId5"/>
    <p:sldId id="260" r:id="rId6"/>
    <p:sldId id="278" r:id="rId7"/>
    <p:sldId id="261"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 id="27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66"/>
    <p:restoredTop sz="83399" autoAdjust="0"/>
  </p:normalViewPr>
  <p:slideViewPr>
    <p:cSldViewPr snapToGrid="0">
      <p:cViewPr varScale="1">
        <p:scale>
          <a:sx n="69" d="100"/>
          <a:sy n="69" d="100"/>
        </p:scale>
        <p:origin x="1507" y="58"/>
      </p:cViewPr>
      <p:guideLst/>
    </p:cSldViewPr>
  </p:slideViewPr>
  <p:notesTextViewPr>
    <p:cViewPr>
      <p:scale>
        <a:sx n="1" d="1"/>
        <a:sy n="1" d="1"/>
      </p:scale>
      <p:origin x="0" y="-2904"/>
    </p:cViewPr>
  </p:notesTextViewPr>
  <p:notesViewPr>
    <p:cSldViewPr snapToGrid="0">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63B869-A174-5A88-B5F3-8141061D528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B175310-5F23-3017-4729-3443ABDDA2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0CBE4F-3ECD-BA42-980A-6C22D46BEBE2}" type="datetimeFigureOut">
              <a:rPr lang="en-US" smtClean="0"/>
              <a:t>7/9/2026</a:t>
            </a:fld>
            <a:endParaRPr lang="en-US"/>
          </a:p>
        </p:txBody>
      </p:sp>
      <p:sp>
        <p:nvSpPr>
          <p:cNvPr id="4" name="Footer Placeholder 3">
            <a:extLst>
              <a:ext uri="{FF2B5EF4-FFF2-40B4-BE49-F238E27FC236}">
                <a16:creationId xmlns:a16="http://schemas.microsoft.com/office/drawing/2014/main" id="{E4BC8871-E13E-E8C2-DF3A-A7A253626C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1A44D0F-7F91-5163-8F8F-0B318D9E81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F95A0A-5E49-254A-9203-A61691F4A379}" type="slidenum">
              <a:rPr lang="en-US" smtClean="0"/>
              <a:t>‹#›</a:t>
            </a:fld>
            <a:endParaRPr lang="en-US"/>
          </a:p>
        </p:txBody>
      </p:sp>
    </p:spTree>
    <p:extLst>
      <p:ext uri="{BB962C8B-B14F-4D97-AF65-F5344CB8AC3E}">
        <p14:creationId xmlns:p14="http://schemas.microsoft.com/office/powerpoint/2010/main" val="8989708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87E7F-3BED-1A44-9930-5905629ABFBE}" type="datetimeFigureOut">
              <a:rPr lang="en-US" smtClean="0"/>
              <a:t>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B83AAB-AB0E-2440-AE7B-FF06EF35E522}" type="slidenum">
              <a:rPr lang="en-US" smtClean="0"/>
              <a:t>‹#›</a:t>
            </a:fld>
            <a:endParaRPr lang="en-US"/>
          </a:p>
        </p:txBody>
      </p:sp>
    </p:spTree>
    <p:extLst>
      <p:ext uri="{BB962C8B-B14F-4D97-AF65-F5344CB8AC3E}">
        <p14:creationId xmlns:p14="http://schemas.microsoft.com/office/powerpoint/2010/main" val="994829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Bugs appear after deployment: </a:t>
            </a:r>
            <a:r>
              <a:rPr lang="en-US" dirty="0"/>
              <a:t>Teachers complain </a:t>
            </a:r>
            <a:r>
              <a:rPr lang="en-US" dirty="0" err="1"/>
              <a:t>korlo</a:t>
            </a:r>
            <a:r>
              <a:rPr lang="en-US" dirty="0"/>
              <a:t> je repeated course er marks update </a:t>
            </a:r>
            <a:r>
              <a:rPr lang="en-US" dirty="0" err="1"/>
              <a:t>korar</a:t>
            </a:r>
            <a:r>
              <a:rPr lang="en-US" dirty="0"/>
              <a:t> </a:t>
            </a:r>
            <a:r>
              <a:rPr lang="en-US" dirty="0" err="1"/>
              <a:t>por</a:t>
            </a:r>
            <a:r>
              <a:rPr lang="en-US" dirty="0"/>
              <a:t> CGPA wrong show </a:t>
            </a:r>
            <a:r>
              <a:rPr lang="en-US" dirty="0" err="1"/>
              <a:t>kortese</a:t>
            </a:r>
            <a:r>
              <a:rPr lang="en-US" dirty="0"/>
              <a:t>. Testing er time eta </a:t>
            </a:r>
            <a:r>
              <a:rPr lang="en-US" dirty="0" err="1"/>
              <a:t>dhora</a:t>
            </a:r>
            <a:r>
              <a:rPr lang="en-US" dirty="0"/>
              <a:t> </a:t>
            </a:r>
            <a:r>
              <a:rPr lang="en-US" dirty="0" err="1"/>
              <a:t>poreni</a:t>
            </a:r>
            <a:r>
              <a:rPr lang="en-US" dirty="0"/>
              <a:t>. After the mobile banking app is released, some users report that money is deducted from their account, but the transaction status shows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Environment &amp; technology evolve: </a:t>
            </a:r>
            <a:r>
              <a:rPr lang="en-US" dirty="0"/>
              <a:t>Database, OS, browser, server, framework, security policy change hole system adapt </a:t>
            </a:r>
            <a:r>
              <a:rPr lang="en-US" dirty="0" err="1"/>
              <a:t>korte</a:t>
            </a:r>
            <a:r>
              <a:rPr lang="en-US" dirty="0"/>
              <a:t> </a:t>
            </a:r>
            <a:r>
              <a:rPr lang="en-US" dirty="0" err="1"/>
              <a:t>hoy.University</a:t>
            </a:r>
            <a:r>
              <a:rPr lang="en-US" dirty="0"/>
              <a:t> server MySQL </a:t>
            </a:r>
            <a:r>
              <a:rPr lang="en-US" dirty="0" err="1"/>
              <a:t>theke</a:t>
            </a:r>
            <a:r>
              <a:rPr lang="en-US" dirty="0"/>
              <a:t> PostgreSQL e migrate </a:t>
            </a:r>
            <a:r>
              <a:rPr lang="en-US" dirty="0" err="1"/>
              <a:t>korlo</a:t>
            </a:r>
            <a:r>
              <a:rPr lang="en-US" dirty="0"/>
              <a:t>, or old PHP system </a:t>
            </a:r>
            <a:r>
              <a:rPr lang="en-US" dirty="0" err="1"/>
              <a:t>ke</a:t>
            </a:r>
            <a:r>
              <a:rPr lang="en-US" dirty="0"/>
              <a:t> new Laravel/Django environment e run </a:t>
            </a:r>
            <a:r>
              <a:rPr lang="en-US" dirty="0" err="1"/>
              <a:t>korte</a:t>
            </a:r>
            <a:r>
              <a:rPr lang="en-US" dirty="0"/>
              <a:t> </a:t>
            </a:r>
            <a:r>
              <a:rPr lang="en-US" dirty="0" err="1"/>
              <a:t>hobe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Performance improvements needed:  </a:t>
            </a:r>
            <a:r>
              <a:rPr lang="en-US" dirty="0"/>
              <a:t>Users/data </a:t>
            </a:r>
            <a:r>
              <a:rPr lang="en-US" dirty="0" err="1"/>
              <a:t>barle</a:t>
            </a:r>
            <a:r>
              <a:rPr lang="en-US" dirty="0"/>
              <a:t> software slow hoy; speed improve </a:t>
            </a:r>
            <a:r>
              <a:rPr lang="en-US" dirty="0" err="1"/>
              <a:t>korte</a:t>
            </a:r>
            <a:r>
              <a:rPr lang="en-US" dirty="0"/>
              <a:t> hoy.</a:t>
            </a:r>
            <a:endParaRPr lang="en-US" sz="1200" b="1" dirty="0"/>
          </a:p>
          <a:p>
            <a:endParaRPr lang="en-US" dirty="0"/>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5</a:t>
            </a:fld>
            <a:endParaRPr lang="en-US"/>
          </a:p>
        </p:txBody>
      </p:sp>
    </p:spTree>
    <p:extLst>
      <p:ext uri="{BB962C8B-B14F-4D97-AF65-F5344CB8AC3E}">
        <p14:creationId xmlns:p14="http://schemas.microsoft.com/office/powerpoint/2010/main" val="776606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Change Request</a:t>
            </a:r>
            <a:endParaRPr lang="en-US" dirty="0"/>
          </a:p>
          <a:p>
            <a:r>
              <a:rPr lang="en-US" dirty="0"/>
              <a:t>User/new requirement </a:t>
            </a:r>
            <a:r>
              <a:rPr lang="en-US" dirty="0" err="1"/>
              <a:t>ashe</a:t>
            </a:r>
            <a:endParaRPr lang="en-US" dirty="0"/>
          </a:p>
          <a:p>
            <a:r>
              <a:rPr lang="en-US" dirty="0"/>
              <a:t>Banking app e user bole: “Mobile recharge option chai.”</a:t>
            </a:r>
          </a:p>
          <a:p>
            <a:endParaRPr lang="en-US" dirty="0"/>
          </a:p>
          <a:p>
            <a:r>
              <a:rPr lang="en-US" b="1" dirty="0"/>
              <a:t>Impact Analysis</a:t>
            </a:r>
            <a:endParaRPr lang="en-US" dirty="0"/>
          </a:p>
          <a:p>
            <a:r>
              <a:rPr lang="en-US" dirty="0"/>
              <a:t>Change </a:t>
            </a:r>
            <a:r>
              <a:rPr lang="en-US" dirty="0" err="1"/>
              <a:t>korle</a:t>
            </a:r>
            <a:r>
              <a:rPr lang="en-US" dirty="0"/>
              <a:t> </a:t>
            </a:r>
            <a:r>
              <a:rPr lang="en-US" dirty="0" err="1"/>
              <a:t>kon</a:t>
            </a:r>
            <a:r>
              <a:rPr lang="en-US" dirty="0"/>
              <a:t> </a:t>
            </a:r>
            <a:r>
              <a:rPr lang="en-US" dirty="0" err="1"/>
              <a:t>kon</a:t>
            </a:r>
            <a:r>
              <a:rPr lang="en-US" dirty="0"/>
              <a:t> part affect </a:t>
            </a:r>
            <a:r>
              <a:rPr lang="en-US" dirty="0" err="1"/>
              <a:t>hobe</a:t>
            </a:r>
            <a:r>
              <a:rPr lang="en-US" dirty="0"/>
              <a:t> check kora</a:t>
            </a:r>
          </a:p>
          <a:p>
            <a:r>
              <a:rPr lang="en-US" dirty="0"/>
              <a:t>Recharge feature add </a:t>
            </a:r>
            <a:r>
              <a:rPr lang="en-US" dirty="0" err="1"/>
              <a:t>korle</a:t>
            </a:r>
            <a:r>
              <a:rPr lang="en-US" dirty="0"/>
              <a:t> payment, balance, transaction history affect </a:t>
            </a:r>
            <a:r>
              <a:rPr lang="en-US" dirty="0" err="1"/>
              <a:t>hobe</a:t>
            </a:r>
            <a:r>
              <a:rPr lang="en-US" dirty="0"/>
              <a:t> kina </a:t>
            </a:r>
            <a:r>
              <a:rPr lang="en-US" dirty="0" err="1"/>
              <a:t>dekha</a:t>
            </a:r>
            <a:endParaRPr lang="en-US" dirty="0"/>
          </a:p>
          <a:p>
            <a:endParaRPr lang="en-US" dirty="0"/>
          </a:p>
          <a:p>
            <a:r>
              <a:rPr lang="en-US" b="1" dirty="0"/>
              <a:t>Release Planning</a:t>
            </a:r>
            <a:endParaRPr lang="en-US" dirty="0"/>
          </a:p>
          <a:p>
            <a:r>
              <a:rPr lang="en-US" dirty="0"/>
              <a:t>Kon change next version e </a:t>
            </a:r>
            <a:r>
              <a:rPr lang="en-US" dirty="0" err="1"/>
              <a:t>deya</a:t>
            </a:r>
            <a:r>
              <a:rPr lang="en-US" dirty="0"/>
              <a:t> </a:t>
            </a:r>
            <a:r>
              <a:rPr lang="en-US" dirty="0" err="1"/>
              <a:t>hobe</a:t>
            </a:r>
            <a:r>
              <a:rPr lang="en-US" dirty="0"/>
              <a:t> decide kora</a:t>
            </a:r>
          </a:p>
          <a:p>
            <a:r>
              <a:rPr lang="en-US" dirty="0"/>
              <a:t>Team decide </a:t>
            </a:r>
            <a:r>
              <a:rPr lang="en-US" dirty="0" err="1"/>
              <a:t>korlo</a:t>
            </a:r>
            <a:r>
              <a:rPr lang="en-US" dirty="0"/>
              <a:t> next update e recharge + bug fix release </a:t>
            </a:r>
            <a:r>
              <a:rPr lang="en-US" dirty="0" err="1"/>
              <a:t>hobe</a:t>
            </a:r>
            <a:endParaRPr lang="en-US" dirty="0"/>
          </a:p>
          <a:p>
            <a:endParaRPr lang="en-US" dirty="0"/>
          </a:p>
          <a:p>
            <a:r>
              <a:rPr lang="en-US" b="1" dirty="0"/>
              <a:t>System Release</a:t>
            </a:r>
            <a:endParaRPr lang="en-US" dirty="0"/>
          </a:p>
          <a:p>
            <a:r>
              <a:rPr lang="en-US" dirty="0"/>
              <a:t>Updated software user der </a:t>
            </a:r>
            <a:r>
              <a:rPr lang="en-US" dirty="0" err="1"/>
              <a:t>jonno</a:t>
            </a:r>
            <a:r>
              <a:rPr lang="en-US" dirty="0"/>
              <a:t> release kora</a:t>
            </a:r>
          </a:p>
          <a:p>
            <a:r>
              <a:rPr lang="en-US" dirty="0"/>
              <a:t>Banking app version 2.0 publish kora</a:t>
            </a:r>
          </a:p>
          <a:p>
            <a:endParaRPr lang="en-US" dirty="0"/>
          </a:p>
          <a:p>
            <a:endParaRPr lang="en-US" dirty="0"/>
          </a:p>
          <a:p>
            <a:r>
              <a:rPr lang="en-US" b="1" dirty="0"/>
              <a:t>Fault Repair:</a:t>
            </a:r>
            <a:r>
              <a:rPr lang="en-US" dirty="0"/>
              <a:t> bug fix</a:t>
            </a:r>
            <a:br>
              <a:rPr lang="en-US" dirty="0"/>
            </a:br>
            <a:r>
              <a:rPr lang="en-US" dirty="0"/>
              <a:t>Example: Money deducted but transaction failed show kore. Eta fix kora. </a:t>
            </a:r>
          </a:p>
          <a:p>
            <a:r>
              <a:rPr lang="en-US" b="1" dirty="0"/>
              <a:t>Platform Adaptation:</a:t>
            </a:r>
            <a:r>
              <a:rPr lang="en-US" dirty="0"/>
              <a:t> new technology/environment e adapt kora</a:t>
            </a:r>
            <a:br>
              <a:rPr lang="en-US" dirty="0"/>
            </a:br>
            <a:r>
              <a:rPr lang="en-US" dirty="0"/>
              <a:t>Example: App old Android version </a:t>
            </a:r>
            <a:r>
              <a:rPr lang="en-US" dirty="0" err="1"/>
              <a:t>theke</a:t>
            </a:r>
            <a:r>
              <a:rPr lang="en-US" dirty="0"/>
              <a:t> new Android version e support kora.</a:t>
            </a:r>
          </a:p>
          <a:p>
            <a:r>
              <a:rPr lang="en-US" dirty="0"/>
              <a:t> </a:t>
            </a:r>
            <a:r>
              <a:rPr lang="en-US" b="1" dirty="0"/>
              <a:t>System Enhancement:</a:t>
            </a:r>
            <a:r>
              <a:rPr lang="en-US" dirty="0"/>
              <a:t> new feature/improvement add kora</a:t>
            </a:r>
            <a:br>
              <a:rPr lang="en-US" dirty="0"/>
            </a:br>
            <a:r>
              <a:rPr lang="en-US" dirty="0"/>
              <a:t>Example: Mobile recharge, QR payment, biometric login add kora</a:t>
            </a:r>
          </a:p>
        </p:txBody>
      </p:sp>
      <p:sp>
        <p:nvSpPr>
          <p:cNvPr id="4" name="Slide Number Placeholder 3"/>
          <p:cNvSpPr>
            <a:spLocks noGrp="1"/>
          </p:cNvSpPr>
          <p:nvPr>
            <p:ph type="sldNum" sz="quarter" idx="5"/>
          </p:nvPr>
        </p:nvSpPr>
        <p:spPr/>
        <p:txBody>
          <a:bodyPr/>
          <a:lstStyle/>
          <a:p>
            <a:fld id="{30B83AAB-AB0E-2440-AE7B-FF06EF35E522}" type="slidenum">
              <a:rPr lang="en-US" smtClean="0"/>
              <a:t>6</a:t>
            </a:fld>
            <a:endParaRPr lang="en-US"/>
          </a:p>
        </p:txBody>
      </p:sp>
    </p:spTree>
    <p:extLst>
      <p:ext uri="{BB962C8B-B14F-4D97-AF65-F5344CB8AC3E}">
        <p14:creationId xmlns:p14="http://schemas.microsoft.com/office/powerpoint/2010/main" val="2380067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Continuing Change</a:t>
            </a:r>
            <a:endParaRPr lang="en-US" dirty="0"/>
          </a:p>
          <a:p>
            <a:r>
              <a:rPr lang="en-US" dirty="0"/>
              <a:t>Software must keep changing to remain useful.</a:t>
            </a:r>
          </a:p>
          <a:p>
            <a:r>
              <a:rPr lang="en-US" dirty="0"/>
              <a:t>Student portal needs online payment because students now pay digitally.</a:t>
            </a:r>
          </a:p>
          <a:p>
            <a:r>
              <a:rPr lang="en-US" dirty="0"/>
              <a:t>Software that didn’t continuously change - Internet Explorer, Yahoo Messenger, Windows Phone, Skype.</a:t>
            </a:r>
          </a:p>
          <a:p>
            <a:endParaRPr lang="en-US" dirty="0"/>
          </a:p>
          <a:p>
            <a:r>
              <a:rPr lang="en-US" b="1" dirty="0"/>
              <a:t>2. Increasing Complexity</a:t>
            </a:r>
            <a:endParaRPr lang="en-US" dirty="0"/>
          </a:p>
          <a:p>
            <a:r>
              <a:rPr lang="en-US" dirty="0"/>
              <a:t>As new features are added, the software becomes more complex.</a:t>
            </a:r>
          </a:p>
          <a:p>
            <a:r>
              <a:rPr lang="en-US" dirty="0"/>
              <a:t>Adding payment, LMS, and notification modules makes the system harder to manage.</a:t>
            </a:r>
          </a:p>
          <a:p>
            <a:endParaRPr lang="en-US" dirty="0"/>
          </a:p>
          <a:p>
            <a:r>
              <a:rPr lang="en-US" b="1" dirty="0"/>
              <a:t>3. Self-Regulation</a:t>
            </a:r>
            <a:endParaRPr lang="en-US" dirty="0"/>
          </a:p>
          <a:p>
            <a:r>
              <a:rPr lang="en-US" dirty="0"/>
              <a:t>Software evolution follows a pattern and is controlled by team capacity, cost, and time.</a:t>
            </a:r>
          </a:p>
          <a:p>
            <a:r>
              <a:rPr lang="en-US" dirty="0"/>
              <a:t>The team cannot add 20 features in one week; changes happen gradually.</a:t>
            </a:r>
          </a:p>
          <a:p>
            <a:endParaRPr lang="en-US" dirty="0"/>
          </a:p>
          <a:p>
            <a:pPr>
              <a:buFont typeface="Wingdings" pitchFamily="2" charset="2"/>
              <a:buChar char="q"/>
            </a:pPr>
            <a:r>
              <a:rPr lang="en-US" dirty="0"/>
              <a:t>Organizational Stability</a:t>
            </a:r>
          </a:p>
          <a:p>
            <a:r>
              <a:rPr lang="en-US" dirty="0"/>
              <a:t>Adding more developers to a project does not drastically speed up the work. The average output (work rate) of a software project remains mostly constant over time because of communication overhead.</a:t>
            </a:r>
          </a:p>
          <a:p>
            <a:endParaRPr lang="en-US" dirty="0"/>
          </a:p>
          <a:p>
            <a:r>
              <a:rPr lang="en-US" b="1" dirty="0"/>
              <a:t>5. Conservation of Familiarity</a:t>
            </a:r>
            <a:endParaRPr lang="en-US" dirty="0"/>
          </a:p>
          <a:p>
            <a:r>
              <a:rPr lang="en-US" dirty="0"/>
              <a:t>Too many changes at once make the system hard to understand.</a:t>
            </a:r>
          </a:p>
          <a:p>
            <a:r>
              <a:rPr lang="en-US" dirty="0"/>
              <a:t>If the whole student portal interface changes suddenly, students and staff may become confused.</a:t>
            </a:r>
          </a:p>
          <a:p>
            <a:endParaRPr lang="en-US" dirty="0"/>
          </a:p>
          <a:p>
            <a:endParaRPr lang="en-US" dirty="0"/>
          </a:p>
          <a:p>
            <a:r>
              <a:rPr lang="en-US" b="1" dirty="0"/>
              <a:t>6. Continuing Growth</a:t>
            </a:r>
            <a:endParaRPr lang="en-US" dirty="0"/>
          </a:p>
          <a:p>
            <a:r>
              <a:rPr lang="en-US" dirty="0"/>
              <a:t>Software must grow by adding new features.</a:t>
            </a:r>
          </a:p>
          <a:p>
            <a:r>
              <a:rPr lang="en-US" dirty="0"/>
              <a:t>The portal adds mobile app support and library integration.</a:t>
            </a:r>
          </a:p>
          <a:p>
            <a:endParaRPr lang="en-US" dirty="0"/>
          </a:p>
          <a:p>
            <a:r>
              <a:rPr lang="en-US" b="1" dirty="0"/>
              <a:t>7. Declining Quality</a:t>
            </a:r>
            <a:endParaRPr lang="en-US" dirty="0"/>
          </a:p>
          <a:p>
            <a:r>
              <a:rPr lang="en-US" dirty="0"/>
              <a:t>If software is not maintained properly, its quality decreases.</a:t>
            </a:r>
          </a:p>
          <a:p>
            <a:r>
              <a:rPr lang="en-US" dirty="0"/>
              <a:t>Old code, bugs, and slow performance make the portal unreliable.</a:t>
            </a:r>
          </a:p>
          <a:p>
            <a:endParaRPr lang="en-US" dirty="0"/>
          </a:p>
          <a:p>
            <a:r>
              <a:rPr lang="en-US" b="1" dirty="0"/>
              <a:t>8. Feedback System</a:t>
            </a:r>
            <a:endParaRPr lang="en-US" dirty="0"/>
          </a:p>
          <a:p>
            <a:r>
              <a:rPr lang="en-US" dirty="0"/>
              <a:t>Software improves based on feedback from users and the environment.</a:t>
            </a:r>
          </a:p>
          <a:p>
            <a:r>
              <a:rPr lang="en-US"/>
              <a:t>Students complain that course registration is slow, so developers optimize the system.</a:t>
            </a:r>
          </a:p>
          <a:p>
            <a:endParaRPr lang="en-US"/>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7</a:t>
            </a:fld>
            <a:endParaRPr lang="en-US"/>
          </a:p>
        </p:txBody>
      </p:sp>
    </p:spTree>
    <p:extLst>
      <p:ext uri="{BB962C8B-B14F-4D97-AF65-F5344CB8AC3E}">
        <p14:creationId xmlns:p14="http://schemas.microsoft.com/office/powerpoint/2010/main" val="4021521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7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AC7BCD8-BBB5-912E-C700-F713B439165B}"/>
              </a:ext>
            </a:extLst>
          </p:cNvPr>
          <p:cNvGrpSpPr/>
          <p:nvPr/>
        </p:nvGrpSpPr>
        <p:grpSpPr>
          <a:xfrm rot="5788864">
            <a:off x="9620157" y="1363117"/>
            <a:ext cx="4630512" cy="3324978"/>
            <a:chOff x="1235075" y="2056498"/>
            <a:chExt cx="4630512" cy="3324978"/>
          </a:xfrm>
        </p:grpSpPr>
        <p:sp>
          <p:nvSpPr>
            <p:cNvPr id="13" name="Oval 12">
              <a:extLst>
                <a:ext uri="{FF2B5EF4-FFF2-40B4-BE49-F238E27FC236}">
                  <a16:creationId xmlns:a16="http://schemas.microsoft.com/office/drawing/2014/main" id="{0986C22A-B506-C2BB-F2CD-68ABE6B3BC2D}"/>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4" name="Oval 13">
              <a:extLst>
                <a:ext uri="{FF2B5EF4-FFF2-40B4-BE49-F238E27FC236}">
                  <a16:creationId xmlns:a16="http://schemas.microsoft.com/office/drawing/2014/main" id="{415B9520-605C-85F1-8B92-A1D7D2A09119}"/>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5" name="Group 4">
            <a:extLst>
              <a:ext uri="{FF2B5EF4-FFF2-40B4-BE49-F238E27FC236}">
                <a16:creationId xmlns:a16="http://schemas.microsoft.com/office/drawing/2014/main" id="{7E562BAC-D68F-F8C9-8A69-A89856C9F917}"/>
              </a:ext>
            </a:extLst>
          </p:cNvPr>
          <p:cNvGrpSpPr/>
          <p:nvPr/>
        </p:nvGrpSpPr>
        <p:grpSpPr>
          <a:xfrm rot="7912563">
            <a:off x="5449291" y="4371838"/>
            <a:ext cx="4630512" cy="3324978"/>
            <a:chOff x="1235075" y="2056498"/>
            <a:chExt cx="4630512" cy="3324978"/>
          </a:xfrm>
        </p:grpSpPr>
        <p:sp>
          <p:nvSpPr>
            <p:cNvPr id="6" name="Oval 5">
              <a:extLst>
                <a:ext uri="{FF2B5EF4-FFF2-40B4-BE49-F238E27FC236}">
                  <a16:creationId xmlns:a16="http://schemas.microsoft.com/office/drawing/2014/main" id="{3D7DF35E-0251-13B5-4E77-6EF8E74F498B}"/>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7" name="Oval 6">
              <a:extLst>
                <a:ext uri="{FF2B5EF4-FFF2-40B4-BE49-F238E27FC236}">
                  <a16:creationId xmlns:a16="http://schemas.microsoft.com/office/drawing/2014/main" id="{0C2F3FD2-54EC-5B99-E659-6951BE42FDDB}"/>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8" name="Oval 7">
            <a:extLst>
              <a:ext uri="{FF2B5EF4-FFF2-40B4-BE49-F238E27FC236}">
                <a16:creationId xmlns:a16="http://schemas.microsoft.com/office/drawing/2014/main" id="{BCCAD2E7-7727-034B-C7F0-24F51FCD2612}"/>
              </a:ext>
            </a:extLst>
          </p:cNvPr>
          <p:cNvSpPr/>
          <p:nvPr/>
        </p:nvSpPr>
        <p:spPr>
          <a:xfrm>
            <a:off x="8072186" y="1537574"/>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9" name="Group 8">
            <a:extLst>
              <a:ext uri="{FF2B5EF4-FFF2-40B4-BE49-F238E27FC236}">
                <a16:creationId xmlns:a16="http://schemas.microsoft.com/office/drawing/2014/main" id="{E7AF0B6F-993F-074F-F0EA-B8C53DEA305C}"/>
              </a:ext>
            </a:extLst>
          </p:cNvPr>
          <p:cNvGrpSpPr/>
          <p:nvPr/>
        </p:nvGrpSpPr>
        <p:grpSpPr>
          <a:xfrm rot="12431310">
            <a:off x="9172153" y="-897315"/>
            <a:ext cx="4630512" cy="3324978"/>
            <a:chOff x="1235075" y="2056498"/>
            <a:chExt cx="4630512" cy="3324978"/>
          </a:xfrm>
        </p:grpSpPr>
        <p:sp>
          <p:nvSpPr>
            <p:cNvPr id="10" name="Oval 9">
              <a:extLst>
                <a:ext uri="{FF2B5EF4-FFF2-40B4-BE49-F238E27FC236}">
                  <a16:creationId xmlns:a16="http://schemas.microsoft.com/office/drawing/2014/main" id="{CF9AF289-372E-E6B7-9491-53ED52EC9FCC}"/>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1" name="Oval 10">
              <a:extLst>
                <a:ext uri="{FF2B5EF4-FFF2-40B4-BE49-F238E27FC236}">
                  <a16:creationId xmlns:a16="http://schemas.microsoft.com/office/drawing/2014/main" id="{D163C761-BEFE-7968-010C-B639D83B4197}"/>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4" name="Freeform: Shape 3">
            <a:extLst>
              <a:ext uri="{FF2B5EF4-FFF2-40B4-BE49-F238E27FC236}">
                <a16:creationId xmlns:a16="http://schemas.microsoft.com/office/drawing/2014/main" id="{46A939C4-D05C-E117-688F-83E01583B556}"/>
              </a:ext>
            </a:extLst>
          </p:cNvPr>
          <p:cNvSpPr/>
          <p:nvPr/>
        </p:nvSpPr>
        <p:spPr>
          <a:xfrm>
            <a:off x="0" y="0"/>
            <a:ext cx="12192000" cy="6858000"/>
          </a:xfrm>
          <a:custGeom>
            <a:avLst/>
            <a:gdLst>
              <a:gd name="connsiteX0" fmla="*/ 0 w 12071901"/>
              <a:gd name="connsiteY0" fmla="*/ 0 h 6858000"/>
              <a:gd name="connsiteX1" fmla="*/ 12071901 w 12071901"/>
              <a:gd name="connsiteY1" fmla="*/ 0 h 6858000"/>
              <a:gd name="connsiteX2" fmla="*/ 12071901 w 12071901"/>
              <a:gd name="connsiteY2" fmla="*/ 771371 h 6858000"/>
              <a:gd name="connsiteX3" fmla="*/ 11965418 w 12071901"/>
              <a:gd name="connsiteY3" fmla="*/ 797841 h 6858000"/>
              <a:gd name="connsiteX4" fmla="*/ 9834691 w 12071901"/>
              <a:gd name="connsiteY4" fmla="*/ 1060011 h 6858000"/>
              <a:gd name="connsiteX5" fmla="*/ 7967422 w 12071901"/>
              <a:gd name="connsiteY5" fmla="*/ 5142294 h 6858000"/>
              <a:gd name="connsiteX6" fmla="*/ 6014576 w 12071901"/>
              <a:gd name="connsiteY6" fmla="*/ 6726986 h 6858000"/>
              <a:gd name="connsiteX7" fmla="*/ 5858757 w 12071901"/>
              <a:gd name="connsiteY7" fmla="*/ 6858000 h 6858000"/>
              <a:gd name="connsiteX8" fmla="*/ 0 w 120719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71901" h="6858000">
                <a:moveTo>
                  <a:pt x="0" y="0"/>
                </a:moveTo>
                <a:lnTo>
                  <a:pt x="12071901" y="0"/>
                </a:lnTo>
                <a:lnTo>
                  <a:pt x="12071901" y="771371"/>
                </a:lnTo>
                <a:lnTo>
                  <a:pt x="11965418" y="797841"/>
                </a:lnTo>
                <a:cubicBezTo>
                  <a:pt x="11242708" y="923208"/>
                  <a:pt x="10418997" y="469648"/>
                  <a:pt x="9834691" y="1060011"/>
                </a:cubicBezTo>
                <a:cubicBezTo>
                  <a:pt x="9055622" y="1847162"/>
                  <a:pt x="8750580" y="4035180"/>
                  <a:pt x="7967422" y="5142294"/>
                </a:cubicBezTo>
                <a:cubicBezTo>
                  <a:pt x="7429001" y="5903436"/>
                  <a:pt x="6697631" y="6183012"/>
                  <a:pt x="6014576" y="6726986"/>
                </a:cubicBezTo>
                <a:lnTo>
                  <a:pt x="5858757" y="6858000"/>
                </a:lnTo>
                <a:lnTo>
                  <a:pt x="0" y="685800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grpSp>
        <p:nvGrpSpPr>
          <p:cNvPr id="15" name="Group 14">
            <a:extLst>
              <a:ext uri="{FF2B5EF4-FFF2-40B4-BE49-F238E27FC236}">
                <a16:creationId xmlns:a16="http://schemas.microsoft.com/office/drawing/2014/main" id="{52F0B6B8-79AC-C3DD-5C66-CE304269FB4D}"/>
              </a:ext>
            </a:extLst>
          </p:cNvPr>
          <p:cNvGrpSpPr/>
          <p:nvPr/>
        </p:nvGrpSpPr>
        <p:grpSpPr>
          <a:xfrm rot="7912563">
            <a:off x="8749999" y="4943552"/>
            <a:ext cx="4630512" cy="3324978"/>
            <a:chOff x="1235075" y="2056498"/>
            <a:chExt cx="4630512" cy="3324978"/>
          </a:xfrm>
        </p:grpSpPr>
        <p:sp>
          <p:nvSpPr>
            <p:cNvPr id="16" name="Oval 15">
              <a:extLst>
                <a:ext uri="{FF2B5EF4-FFF2-40B4-BE49-F238E27FC236}">
                  <a16:creationId xmlns:a16="http://schemas.microsoft.com/office/drawing/2014/main" id="{73D9FA53-17A2-CE0C-D8CC-68AA6D24BCB4}"/>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7" name="Oval 16">
              <a:extLst>
                <a:ext uri="{FF2B5EF4-FFF2-40B4-BE49-F238E27FC236}">
                  <a16:creationId xmlns:a16="http://schemas.microsoft.com/office/drawing/2014/main" id="{5E02FA8B-E072-98C5-AD3E-DB4929B7FC16}"/>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19" name="Text Placeholder 18">
            <a:extLst>
              <a:ext uri="{FF2B5EF4-FFF2-40B4-BE49-F238E27FC236}">
                <a16:creationId xmlns:a16="http://schemas.microsoft.com/office/drawing/2014/main" id="{27EA3634-A0B8-8A08-E4F8-CEE3CE1D7919}"/>
              </a:ext>
            </a:extLst>
          </p:cNvPr>
          <p:cNvSpPr>
            <a:spLocks noGrp="1"/>
          </p:cNvSpPr>
          <p:nvPr>
            <p:ph type="body" sz="quarter" idx="10"/>
          </p:nvPr>
        </p:nvSpPr>
        <p:spPr>
          <a:xfrm>
            <a:off x="1660525" y="2176463"/>
            <a:ext cx="8159750" cy="3335337"/>
          </a:xfrm>
          <a:prstGeom prst="rect">
            <a:avLst/>
          </a:prstGeom>
        </p:spPr>
        <p:txBody>
          <a:bodyPr/>
          <a:lstStyle>
            <a:lvl1pPr>
              <a:spcAft>
                <a:spcPts val="700"/>
              </a:spcAft>
              <a:defRPr sz="2000" b="0" i="0">
                <a:latin typeface="Ubuntu" panose="020B0504030602030204" pitchFamily="34" charset="0"/>
              </a:defRPr>
            </a:lvl1pPr>
            <a:lvl2pPr>
              <a:spcAft>
                <a:spcPts val="700"/>
              </a:spcAft>
              <a:defRPr sz="2000" b="0" i="0">
                <a:latin typeface="Ubuntu" panose="020B0504030602030204" pitchFamily="34" charset="0"/>
              </a:defRPr>
            </a:lvl2pPr>
            <a:lvl3pPr>
              <a:spcAft>
                <a:spcPts val="700"/>
              </a:spcAft>
              <a:defRPr sz="2000" b="0" i="0">
                <a:latin typeface="Ubuntu" panose="020B0504030602030204" pitchFamily="34" charset="0"/>
              </a:defRPr>
            </a:lvl3pPr>
            <a:lvl4pPr>
              <a:spcAft>
                <a:spcPts val="700"/>
              </a:spcAft>
              <a:defRPr sz="2000" b="0" i="0">
                <a:latin typeface="Ubuntu" panose="020B0504030602030204" pitchFamily="34" charset="0"/>
              </a:defRPr>
            </a:lvl4pPr>
            <a:lvl5pPr>
              <a:spcAft>
                <a:spcPts val="700"/>
              </a:spcAft>
              <a:defRPr sz="2000" b="0" i="0">
                <a:latin typeface="Ubuntu" panose="020B05040306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itle 19">
            <a:extLst>
              <a:ext uri="{FF2B5EF4-FFF2-40B4-BE49-F238E27FC236}">
                <a16:creationId xmlns:a16="http://schemas.microsoft.com/office/drawing/2014/main" id="{E739AF72-2009-581E-0C59-475BA37EF9A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88716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8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AC7BCD8-BBB5-912E-C700-F713B439165B}"/>
              </a:ext>
            </a:extLst>
          </p:cNvPr>
          <p:cNvGrpSpPr/>
          <p:nvPr/>
        </p:nvGrpSpPr>
        <p:grpSpPr>
          <a:xfrm rot="5788864">
            <a:off x="9620157" y="1363117"/>
            <a:ext cx="4630512" cy="3324978"/>
            <a:chOff x="1235075" y="2056498"/>
            <a:chExt cx="4630512" cy="3324978"/>
          </a:xfrm>
        </p:grpSpPr>
        <p:sp>
          <p:nvSpPr>
            <p:cNvPr id="13" name="Oval 12">
              <a:extLst>
                <a:ext uri="{FF2B5EF4-FFF2-40B4-BE49-F238E27FC236}">
                  <a16:creationId xmlns:a16="http://schemas.microsoft.com/office/drawing/2014/main" id="{0986C22A-B506-C2BB-F2CD-68ABE6B3BC2D}"/>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4" name="Oval 13">
              <a:extLst>
                <a:ext uri="{FF2B5EF4-FFF2-40B4-BE49-F238E27FC236}">
                  <a16:creationId xmlns:a16="http://schemas.microsoft.com/office/drawing/2014/main" id="{415B9520-605C-85F1-8B92-A1D7D2A09119}"/>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5" name="Group 4">
            <a:extLst>
              <a:ext uri="{FF2B5EF4-FFF2-40B4-BE49-F238E27FC236}">
                <a16:creationId xmlns:a16="http://schemas.microsoft.com/office/drawing/2014/main" id="{7E562BAC-D68F-F8C9-8A69-A89856C9F917}"/>
              </a:ext>
            </a:extLst>
          </p:cNvPr>
          <p:cNvGrpSpPr/>
          <p:nvPr/>
        </p:nvGrpSpPr>
        <p:grpSpPr>
          <a:xfrm rot="7912563">
            <a:off x="5449291" y="4371838"/>
            <a:ext cx="4630512" cy="3324978"/>
            <a:chOff x="1235075" y="2056498"/>
            <a:chExt cx="4630512" cy="3324978"/>
          </a:xfrm>
        </p:grpSpPr>
        <p:sp>
          <p:nvSpPr>
            <p:cNvPr id="6" name="Oval 5">
              <a:extLst>
                <a:ext uri="{FF2B5EF4-FFF2-40B4-BE49-F238E27FC236}">
                  <a16:creationId xmlns:a16="http://schemas.microsoft.com/office/drawing/2014/main" id="{3D7DF35E-0251-13B5-4E77-6EF8E74F498B}"/>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7" name="Oval 6">
              <a:extLst>
                <a:ext uri="{FF2B5EF4-FFF2-40B4-BE49-F238E27FC236}">
                  <a16:creationId xmlns:a16="http://schemas.microsoft.com/office/drawing/2014/main" id="{0C2F3FD2-54EC-5B99-E659-6951BE42FDDB}"/>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8" name="Oval 7">
            <a:extLst>
              <a:ext uri="{FF2B5EF4-FFF2-40B4-BE49-F238E27FC236}">
                <a16:creationId xmlns:a16="http://schemas.microsoft.com/office/drawing/2014/main" id="{BCCAD2E7-7727-034B-C7F0-24F51FCD2612}"/>
              </a:ext>
            </a:extLst>
          </p:cNvPr>
          <p:cNvSpPr/>
          <p:nvPr/>
        </p:nvSpPr>
        <p:spPr>
          <a:xfrm>
            <a:off x="8072186" y="1537574"/>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9" name="Group 8">
            <a:extLst>
              <a:ext uri="{FF2B5EF4-FFF2-40B4-BE49-F238E27FC236}">
                <a16:creationId xmlns:a16="http://schemas.microsoft.com/office/drawing/2014/main" id="{E7AF0B6F-993F-074F-F0EA-B8C53DEA305C}"/>
              </a:ext>
            </a:extLst>
          </p:cNvPr>
          <p:cNvGrpSpPr/>
          <p:nvPr/>
        </p:nvGrpSpPr>
        <p:grpSpPr>
          <a:xfrm rot="12431310">
            <a:off x="9172153" y="-897315"/>
            <a:ext cx="4630512" cy="3324978"/>
            <a:chOff x="1235075" y="2056498"/>
            <a:chExt cx="4630512" cy="3324978"/>
          </a:xfrm>
        </p:grpSpPr>
        <p:sp>
          <p:nvSpPr>
            <p:cNvPr id="10" name="Oval 9">
              <a:extLst>
                <a:ext uri="{FF2B5EF4-FFF2-40B4-BE49-F238E27FC236}">
                  <a16:creationId xmlns:a16="http://schemas.microsoft.com/office/drawing/2014/main" id="{CF9AF289-372E-E6B7-9491-53ED52EC9FCC}"/>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1" name="Oval 10">
              <a:extLst>
                <a:ext uri="{FF2B5EF4-FFF2-40B4-BE49-F238E27FC236}">
                  <a16:creationId xmlns:a16="http://schemas.microsoft.com/office/drawing/2014/main" id="{D163C761-BEFE-7968-010C-B639D83B4197}"/>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4" name="Freeform: Shape 3">
            <a:extLst>
              <a:ext uri="{FF2B5EF4-FFF2-40B4-BE49-F238E27FC236}">
                <a16:creationId xmlns:a16="http://schemas.microsoft.com/office/drawing/2014/main" id="{46A939C4-D05C-E117-688F-83E01583B556}"/>
              </a:ext>
            </a:extLst>
          </p:cNvPr>
          <p:cNvSpPr/>
          <p:nvPr/>
        </p:nvSpPr>
        <p:spPr>
          <a:xfrm>
            <a:off x="0" y="0"/>
            <a:ext cx="12192000" cy="6858000"/>
          </a:xfrm>
          <a:custGeom>
            <a:avLst/>
            <a:gdLst>
              <a:gd name="connsiteX0" fmla="*/ 0 w 12071901"/>
              <a:gd name="connsiteY0" fmla="*/ 0 h 6858000"/>
              <a:gd name="connsiteX1" fmla="*/ 12071901 w 12071901"/>
              <a:gd name="connsiteY1" fmla="*/ 0 h 6858000"/>
              <a:gd name="connsiteX2" fmla="*/ 12071901 w 12071901"/>
              <a:gd name="connsiteY2" fmla="*/ 771371 h 6858000"/>
              <a:gd name="connsiteX3" fmla="*/ 11965418 w 12071901"/>
              <a:gd name="connsiteY3" fmla="*/ 797841 h 6858000"/>
              <a:gd name="connsiteX4" fmla="*/ 9834691 w 12071901"/>
              <a:gd name="connsiteY4" fmla="*/ 1060011 h 6858000"/>
              <a:gd name="connsiteX5" fmla="*/ 7967422 w 12071901"/>
              <a:gd name="connsiteY5" fmla="*/ 5142294 h 6858000"/>
              <a:gd name="connsiteX6" fmla="*/ 6014576 w 12071901"/>
              <a:gd name="connsiteY6" fmla="*/ 6726986 h 6858000"/>
              <a:gd name="connsiteX7" fmla="*/ 5858757 w 12071901"/>
              <a:gd name="connsiteY7" fmla="*/ 6858000 h 6858000"/>
              <a:gd name="connsiteX8" fmla="*/ 0 w 120719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71901" h="6858000">
                <a:moveTo>
                  <a:pt x="0" y="0"/>
                </a:moveTo>
                <a:lnTo>
                  <a:pt x="12071901" y="0"/>
                </a:lnTo>
                <a:lnTo>
                  <a:pt x="12071901" y="771371"/>
                </a:lnTo>
                <a:lnTo>
                  <a:pt x="11965418" y="797841"/>
                </a:lnTo>
                <a:cubicBezTo>
                  <a:pt x="11242708" y="923208"/>
                  <a:pt x="10418997" y="469648"/>
                  <a:pt x="9834691" y="1060011"/>
                </a:cubicBezTo>
                <a:cubicBezTo>
                  <a:pt x="9055622" y="1847162"/>
                  <a:pt x="8750580" y="4035180"/>
                  <a:pt x="7967422" y="5142294"/>
                </a:cubicBezTo>
                <a:cubicBezTo>
                  <a:pt x="7429001" y="5903436"/>
                  <a:pt x="6697631" y="6183012"/>
                  <a:pt x="6014576" y="6726986"/>
                </a:cubicBezTo>
                <a:lnTo>
                  <a:pt x="5858757" y="6858000"/>
                </a:lnTo>
                <a:lnTo>
                  <a:pt x="0" y="685800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grpSp>
        <p:nvGrpSpPr>
          <p:cNvPr id="15" name="Group 14">
            <a:extLst>
              <a:ext uri="{FF2B5EF4-FFF2-40B4-BE49-F238E27FC236}">
                <a16:creationId xmlns:a16="http://schemas.microsoft.com/office/drawing/2014/main" id="{52F0B6B8-79AC-C3DD-5C66-CE304269FB4D}"/>
              </a:ext>
            </a:extLst>
          </p:cNvPr>
          <p:cNvGrpSpPr/>
          <p:nvPr/>
        </p:nvGrpSpPr>
        <p:grpSpPr>
          <a:xfrm rot="7912563">
            <a:off x="8749999" y="4943552"/>
            <a:ext cx="4630512" cy="3324978"/>
            <a:chOff x="1235075" y="2056498"/>
            <a:chExt cx="4630512" cy="3324978"/>
          </a:xfrm>
        </p:grpSpPr>
        <p:sp>
          <p:nvSpPr>
            <p:cNvPr id="16" name="Oval 15">
              <a:extLst>
                <a:ext uri="{FF2B5EF4-FFF2-40B4-BE49-F238E27FC236}">
                  <a16:creationId xmlns:a16="http://schemas.microsoft.com/office/drawing/2014/main" id="{73D9FA53-17A2-CE0C-D8CC-68AA6D24BCB4}"/>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7" name="Oval 16">
              <a:extLst>
                <a:ext uri="{FF2B5EF4-FFF2-40B4-BE49-F238E27FC236}">
                  <a16:creationId xmlns:a16="http://schemas.microsoft.com/office/drawing/2014/main" id="{5E02FA8B-E072-98C5-AD3E-DB4929B7FC16}"/>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19" name="Text Placeholder 18">
            <a:extLst>
              <a:ext uri="{FF2B5EF4-FFF2-40B4-BE49-F238E27FC236}">
                <a16:creationId xmlns:a16="http://schemas.microsoft.com/office/drawing/2014/main" id="{27EA3634-A0B8-8A08-E4F8-CEE3CE1D7919}"/>
              </a:ext>
            </a:extLst>
          </p:cNvPr>
          <p:cNvSpPr>
            <a:spLocks noGrp="1"/>
          </p:cNvSpPr>
          <p:nvPr>
            <p:ph type="body" sz="quarter" idx="10"/>
          </p:nvPr>
        </p:nvSpPr>
        <p:spPr>
          <a:xfrm>
            <a:off x="2808377" y="3148526"/>
            <a:ext cx="6462913" cy="2005296"/>
          </a:xfrm>
          <a:prstGeom prst="rect">
            <a:avLst/>
          </a:prstGeom>
        </p:spPr>
        <p:txBody>
          <a:bodyPr/>
          <a:lstStyle>
            <a:lvl1pPr>
              <a:defRPr b="0" i="0">
                <a:latin typeface="Ubuntu" panose="020B0504030602030204" pitchFamily="34" charset="0"/>
              </a:defRPr>
            </a:lvl1pPr>
            <a:lvl2pPr>
              <a:defRPr b="0" i="0">
                <a:latin typeface="Ubuntu" panose="020B0504030602030204" pitchFamily="34" charset="0"/>
              </a:defRPr>
            </a:lvl2pPr>
            <a:lvl3pPr>
              <a:defRPr b="0" i="0">
                <a:latin typeface="Ubuntu" panose="020B0504030602030204" pitchFamily="34" charset="0"/>
              </a:defRPr>
            </a:lvl3pPr>
            <a:lvl4pPr>
              <a:defRPr b="0" i="0">
                <a:latin typeface="Ubuntu" panose="020B0504030602030204" pitchFamily="34" charset="0"/>
              </a:defRPr>
            </a:lvl4pPr>
            <a:lvl5pPr>
              <a:defRPr b="0" i="0">
                <a:latin typeface="Ubuntu" panose="020B05040306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itle 19">
            <a:extLst>
              <a:ext uri="{FF2B5EF4-FFF2-40B4-BE49-F238E27FC236}">
                <a16:creationId xmlns:a16="http://schemas.microsoft.com/office/drawing/2014/main" id="{E739AF72-2009-581E-0C59-475BA37EF9A8}"/>
              </a:ext>
            </a:extLst>
          </p:cNvPr>
          <p:cNvSpPr>
            <a:spLocks noGrp="1"/>
          </p:cNvSpPr>
          <p:nvPr>
            <p:ph type="title"/>
          </p:nvPr>
        </p:nvSpPr>
        <p:spPr>
          <a:xfrm>
            <a:off x="2101227" y="2113942"/>
            <a:ext cx="7887745" cy="71644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854185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24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6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FDD7E13-2EB9-CFA9-FF7B-3F323B2FE586}"/>
              </a:ext>
            </a:extLst>
          </p:cNvPr>
          <p:cNvSpPr>
            <a:spLocks noGrp="1"/>
          </p:cNvSpPr>
          <p:nvPr>
            <p:ph type="pic" sz="quarter" idx="10"/>
          </p:nvPr>
        </p:nvSpPr>
        <p:spPr>
          <a:xfrm>
            <a:off x="768350" y="320675"/>
            <a:ext cx="5613400" cy="6537325"/>
          </a:xfrm>
          <a:prstGeom prst="rect">
            <a:avLst/>
          </a:prstGeom>
        </p:spPr>
        <p:txBody>
          <a:bodyPr/>
          <a:lstStyle/>
          <a:p>
            <a:r>
              <a:rPr lang="en-US"/>
              <a:t>Click icon to add picture</a:t>
            </a:r>
          </a:p>
        </p:txBody>
      </p:sp>
    </p:spTree>
    <p:extLst>
      <p:ext uri="{BB962C8B-B14F-4D97-AF65-F5344CB8AC3E}">
        <p14:creationId xmlns:p14="http://schemas.microsoft.com/office/powerpoint/2010/main" val="762422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5_Custom Layout">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3A9600-3DBD-CE7C-EA30-FD3FAD264B2E}"/>
              </a:ext>
            </a:extLst>
          </p:cNvPr>
          <p:cNvSpPr txBox="1"/>
          <p:nvPr/>
        </p:nvSpPr>
        <p:spPr>
          <a:xfrm>
            <a:off x="241300" y="6360139"/>
            <a:ext cx="2416175" cy="230832"/>
          </a:xfrm>
          <a:prstGeom prst="rect">
            <a:avLst/>
          </a:prstGeom>
          <a:noFill/>
        </p:spPr>
        <p:txBody>
          <a:bodyPr wrap="square" anchor="ctr">
            <a:spAutoFit/>
          </a:bodyPr>
          <a:lstStyle/>
          <a:p>
            <a:pPr algn="l">
              <a:spcAft>
                <a:spcPts val="600"/>
              </a:spcAft>
            </a:pPr>
            <a:r>
              <a:rPr lang="en-US" sz="900" b="1">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BizPlus.</a:t>
            </a:r>
            <a:r>
              <a:rPr lang="en-US" sz="900">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  </a:t>
            </a:r>
            <a:r>
              <a:rPr lang="en-US" sz="90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Business</a:t>
            </a:r>
            <a:r>
              <a:rPr lang="en-US" sz="900" baseline="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Template Presentation</a:t>
            </a:r>
            <a:endParaRPr lang="en-ID" sz="900" dirty="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endParaRPr>
          </a:p>
        </p:txBody>
      </p:sp>
      <p:sp>
        <p:nvSpPr>
          <p:cNvPr id="4" name="TextBox 3">
            <a:extLst>
              <a:ext uri="{FF2B5EF4-FFF2-40B4-BE49-F238E27FC236}">
                <a16:creationId xmlns:a16="http://schemas.microsoft.com/office/drawing/2014/main" id="{6DCD6B6D-BC34-D58F-F93D-6915A31B6D0E}"/>
              </a:ext>
            </a:extLst>
          </p:cNvPr>
          <p:cNvSpPr txBox="1"/>
          <p:nvPr/>
        </p:nvSpPr>
        <p:spPr>
          <a:xfrm>
            <a:off x="11322843" y="6342533"/>
            <a:ext cx="503236" cy="230832"/>
          </a:xfrm>
          <a:prstGeom prst="rect">
            <a:avLst/>
          </a:prstGeom>
          <a:noFill/>
        </p:spPr>
        <p:txBody>
          <a:bodyPr wrap="square" rtlCol="0" anchor="ctr">
            <a:spAutoFit/>
          </a:bodyPr>
          <a:lstStyle/>
          <a:p>
            <a:pPr algn="ctr"/>
            <a:r>
              <a:rPr lang="en-ID" sz="900" dirty="0">
                <a:solidFill>
                  <a:schemeClr val="bg1"/>
                </a:solidFill>
                <a:latin typeface="+mn-lt"/>
                <a:ea typeface="Inter SemiBold" panose="020B0502030000000004" pitchFamily="34" charset="0"/>
              </a:rPr>
              <a:t>/ </a:t>
            </a:r>
            <a:fld id="{49BA30FB-CA1F-46F2-A2CB-DF7CFB533C33}" type="slidenum">
              <a:rPr lang="en-ID" sz="900" smtClean="0">
                <a:solidFill>
                  <a:schemeClr val="bg1"/>
                </a:solidFill>
                <a:latin typeface="+mn-lt"/>
                <a:ea typeface="Inter SemiBold" panose="020B0502030000000004" pitchFamily="34" charset="0"/>
              </a:rPr>
              <a:pPr algn="ctr"/>
              <a:t>‹#›</a:t>
            </a:fld>
            <a:endParaRPr lang="en-ID" sz="900" dirty="0">
              <a:solidFill>
                <a:schemeClr val="bg1"/>
              </a:solidFill>
              <a:latin typeface="+mn-lt"/>
              <a:ea typeface="Inter SemiBold" panose="020B0502030000000004" pitchFamily="34" charset="0"/>
            </a:endParaRPr>
          </a:p>
        </p:txBody>
      </p:sp>
    </p:spTree>
    <p:extLst>
      <p:ext uri="{BB962C8B-B14F-4D97-AF65-F5344CB8AC3E}">
        <p14:creationId xmlns:p14="http://schemas.microsoft.com/office/powerpoint/2010/main" val="1410704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3" name="Picture Placeholder 26">
            <a:extLst>
              <a:ext uri="{FF2B5EF4-FFF2-40B4-BE49-F238E27FC236}">
                <a16:creationId xmlns:a16="http://schemas.microsoft.com/office/drawing/2014/main" id="{33CED02E-4545-D316-1FEB-EC5A1FA71E33}"/>
              </a:ext>
            </a:extLst>
          </p:cNvPr>
          <p:cNvSpPr>
            <a:spLocks noGrp="1"/>
          </p:cNvSpPr>
          <p:nvPr>
            <p:ph type="pic" sz="quarter" idx="10"/>
          </p:nvPr>
        </p:nvSpPr>
        <p:spPr>
          <a:xfrm>
            <a:off x="6759575" y="1201738"/>
            <a:ext cx="6082547" cy="3819525"/>
          </a:xfrm>
          <a:prstGeom prst="rect">
            <a:avLst/>
          </a:prstGeom>
        </p:spPr>
        <p:txBody>
          <a:bodyPr/>
          <a:lstStyle/>
          <a:p>
            <a:r>
              <a:rPr lang="en-US"/>
              <a:t>Click icon to add picture</a:t>
            </a:r>
          </a:p>
        </p:txBody>
      </p:sp>
    </p:spTree>
    <p:extLst>
      <p:ext uri="{BB962C8B-B14F-4D97-AF65-F5344CB8AC3E}">
        <p14:creationId xmlns:p14="http://schemas.microsoft.com/office/powerpoint/2010/main" val="1620896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3_Custom Layout">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77DE9EF-6C34-BD29-8524-B195FF2FBD2B}"/>
              </a:ext>
            </a:extLst>
          </p:cNvPr>
          <p:cNvSpPr>
            <a:spLocks noGrp="1"/>
          </p:cNvSpPr>
          <p:nvPr>
            <p:ph type="pic" sz="quarter" idx="11" hasCustomPrompt="1"/>
          </p:nvPr>
        </p:nvSpPr>
        <p:spPr>
          <a:xfrm>
            <a:off x="-220045" y="-349101"/>
            <a:ext cx="2264569" cy="4924425"/>
          </a:xfrm>
          <a:custGeom>
            <a:avLst/>
            <a:gdLst>
              <a:gd name="connsiteX0" fmla="*/ 210741 w 2264569"/>
              <a:gd name="connsiteY0" fmla="*/ 0 h 4924425"/>
              <a:gd name="connsiteX1" fmla="*/ 538163 w 2264569"/>
              <a:gd name="connsiteY1" fmla="*/ 0 h 4924425"/>
              <a:gd name="connsiteX2" fmla="*/ 538163 w 2264569"/>
              <a:gd name="connsiteY2" fmla="*/ 85725 h 4924425"/>
              <a:gd name="connsiteX3" fmla="*/ 623889 w 2264569"/>
              <a:gd name="connsiteY3" fmla="*/ 171451 h 4924425"/>
              <a:gd name="connsiteX4" fmla="*/ 1640682 w 2264569"/>
              <a:gd name="connsiteY4" fmla="*/ 171452 h 4924425"/>
              <a:gd name="connsiteX5" fmla="*/ 1726407 w 2264569"/>
              <a:gd name="connsiteY5" fmla="*/ 85726 h 4924425"/>
              <a:gd name="connsiteX6" fmla="*/ 1726407 w 2264569"/>
              <a:gd name="connsiteY6" fmla="*/ 0 h 4924425"/>
              <a:gd name="connsiteX7" fmla="*/ 2053828 w 2264569"/>
              <a:gd name="connsiteY7" fmla="*/ 0 h 4924425"/>
              <a:gd name="connsiteX8" fmla="*/ 2264569 w 2264569"/>
              <a:gd name="connsiteY8" fmla="*/ 210741 h 4924425"/>
              <a:gd name="connsiteX9" fmla="*/ 2264569 w 2264569"/>
              <a:gd name="connsiteY9" fmla="*/ 4713684 h 4924425"/>
              <a:gd name="connsiteX10" fmla="*/ 2053828 w 2264569"/>
              <a:gd name="connsiteY10" fmla="*/ 4924425 h 4924425"/>
              <a:gd name="connsiteX11" fmla="*/ 210741 w 2264569"/>
              <a:gd name="connsiteY11" fmla="*/ 4924425 h 4924425"/>
              <a:gd name="connsiteX12" fmla="*/ 0 w 2264569"/>
              <a:gd name="connsiteY12" fmla="*/ 4713684 h 4924425"/>
              <a:gd name="connsiteX13" fmla="*/ 0 w 2264569"/>
              <a:gd name="connsiteY13" fmla="*/ 210741 h 4924425"/>
              <a:gd name="connsiteX14" fmla="*/ 210741 w 2264569"/>
              <a:gd name="connsiteY14" fmla="*/ 0 h 492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64569" h="4924425">
                <a:moveTo>
                  <a:pt x="210741" y="0"/>
                </a:moveTo>
                <a:lnTo>
                  <a:pt x="538163" y="0"/>
                </a:lnTo>
                <a:lnTo>
                  <a:pt x="538163" y="85725"/>
                </a:lnTo>
                <a:cubicBezTo>
                  <a:pt x="538163" y="133070"/>
                  <a:pt x="576544" y="171451"/>
                  <a:pt x="623889" y="171451"/>
                </a:cubicBezTo>
                <a:lnTo>
                  <a:pt x="1640682" y="171452"/>
                </a:lnTo>
                <a:cubicBezTo>
                  <a:pt x="1688026" y="171452"/>
                  <a:pt x="1726407" y="133071"/>
                  <a:pt x="1726407" y="85726"/>
                </a:cubicBezTo>
                <a:lnTo>
                  <a:pt x="1726407" y="0"/>
                </a:lnTo>
                <a:lnTo>
                  <a:pt x="2053828" y="0"/>
                </a:lnTo>
                <a:cubicBezTo>
                  <a:pt x="2170218" y="0"/>
                  <a:pt x="2264569" y="94352"/>
                  <a:pt x="2264569" y="210741"/>
                </a:cubicBezTo>
                <a:lnTo>
                  <a:pt x="2264569" y="4713684"/>
                </a:lnTo>
                <a:cubicBezTo>
                  <a:pt x="2264569" y="4830073"/>
                  <a:pt x="2170218" y="4924425"/>
                  <a:pt x="2053828" y="4924425"/>
                </a:cubicBezTo>
                <a:lnTo>
                  <a:pt x="210741" y="4924425"/>
                </a:lnTo>
                <a:cubicBezTo>
                  <a:pt x="94352" y="4924425"/>
                  <a:pt x="0" y="4830073"/>
                  <a:pt x="0" y="4713684"/>
                </a:cubicBezTo>
                <a:lnTo>
                  <a:pt x="0" y="210741"/>
                </a:lnTo>
                <a:cubicBezTo>
                  <a:pt x="0" y="94352"/>
                  <a:pt x="94352" y="0"/>
                  <a:pt x="210741"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7">
            <a:extLst>
              <a:ext uri="{FF2B5EF4-FFF2-40B4-BE49-F238E27FC236}">
                <a16:creationId xmlns:a16="http://schemas.microsoft.com/office/drawing/2014/main" id="{8CE34FD9-A0C7-6E4A-1BA9-F1178198FD81}"/>
              </a:ext>
            </a:extLst>
          </p:cNvPr>
          <p:cNvSpPr>
            <a:spLocks noGrp="1"/>
          </p:cNvSpPr>
          <p:nvPr>
            <p:ph type="pic" sz="quarter" idx="10" hasCustomPrompt="1"/>
          </p:nvPr>
        </p:nvSpPr>
        <p:spPr>
          <a:xfrm>
            <a:off x="2694705" y="971550"/>
            <a:ext cx="2264569" cy="4924425"/>
          </a:xfrm>
          <a:custGeom>
            <a:avLst/>
            <a:gdLst>
              <a:gd name="connsiteX0" fmla="*/ 210741 w 2264569"/>
              <a:gd name="connsiteY0" fmla="*/ 0 h 4924425"/>
              <a:gd name="connsiteX1" fmla="*/ 538163 w 2264569"/>
              <a:gd name="connsiteY1" fmla="*/ 0 h 4924425"/>
              <a:gd name="connsiteX2" fmla="*/ 538163 w 2264569"/>
              <a:gd name="connsiteY2" fmla="*/ 85725 h 4924425"/>
              <a:gd name="connsiteX3" fmla="*/ 623889 w 2264569"/>
              <a:gd name="connsiteY3" fmla="*/ 171451 h 4924425"/>
              <a:gd name="connsiteX4" fmla="*/ 1640682 w 2264569"/>
              <a:gd name="connsiteY4" fmla="*/ 171452 h 4924425"/>
              <a:gd name="connsiteX5" fmla="*/ 1726407 w 2264569"/>
              <a:gd name="connsiteY5" fmla="*/ 85726 h 4924425"/>
              <a:gd name="connsiteX6" fmla="*/ 1726407 w 2264569"/>
              <a:gd name="connsiteY6" fmla="*/ 0 h 4924425"/>
              <a:gd name="connsiteX7" fmla="*/ 2053828 w 2264569"/>
              <a:gd name="connsiteY7" fmla="*/ 0 h 4924425"/>
              <a:gd name="connsiteX8" fmla="*/ 2264569 w 2264569"/>
              <a:gd name="connsiteY8" fmla="*/ 210741 h 4924425"/>
              <a:gd name="connsiteX9" fmla="*/ 2264569 w 2264569"/>
              <a:gd name="connsiteY9" fmla="*/ 4713684 h 4924425"/>
              <a:gd name="connsiteX10" fmla="*/ 2053828 w 2264569"/>
              <a:gd name="connsiteY10" fmla="*/ 4924425 h 4924425"/>
              <a:gd name="connsiteX11" fmla="*/ 210741 w 2264569"/>
              <a:gd name="connsiteY11" fmla="*/ 4924425 h 4924425"/>
              <a:gd name="connsiteX12" fmla="*/ 0 w 2264569"/>
              <a:gd name="connsiteY12" fmla="*/ 4713684 h 4924425"/>
              <a:gd name="connsiteX13" fmla="*/ 0 w 2264569"/>
              <a:gd name="connsiteY13" fmla="*/ 210741 h 4924425"/>
              <a:gd name="connsiteX14" fmla="*/ 210741 w 2264569"/>
              <a:gd name="connsiteY14" fmla="*/ 0 h 492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64569" h="4924425">
                <a:moveTo>
                  <a:pt x="210741" y="0"/>
                </a:moveTo>
                <a:lnTo>
                  <a:pt x="538163" y="0"/>
                </a:lnTo>
                <a:lnTo>
                  <a:pt x="538163" y="85725"/>
                </a:lnTo>
                <a:cubicBezTo>
                  <a:pt x="538163" y="133070"/>
                  <a:pt x="576544" y="171451"/>
                  <a:pt x="623889" y="171451"/>
                </a:cubicBezTo>
                <a:lnTo>
                  <a:pt x="1640682" y="171452"/>
                </a:lnTo>
                <a:cubicBezTo>
                  <a:pt x="1688026" y="171452"/>
                  <a:pt x="1726407" y="133071"/>
                  <a:pt x="1726407" y="85726"/>
                </a:cubicBezTo>
                <a:lnTo>
                  <a:pt x="1726407" y="0"/>
                </a:lnTo>
                <a:lnTo>
                  <a:pt x="2053828" y="0"/>
                </a:lnTo>
                <a:cubicBezTo>
                  <a:pt x="2170218" y="0"/>
                  <a:pt x="2264569" y="94352"/>
                  <a:pt x="2264569" y="210741"/>
                </a:cubicBezTo>
                <a:lnTo>
                  <a:pt x="2264569" y="4713684"/>
                </a:lnTo>
                <a:cubicBezTo>
                  <a:pt x="2264569" y="4830073"/>
                  <a:pt x="2170218" y="4924425"/>
                  <a:pt x="2053828" y="4924425"/>
                </a:cubicBezTo>
                <a:lnTo>
                  <a:pt x="210741" y="4924425"/>
                </a:lnTo>
                <a:cubicBezTo>
                  <a:pt x="94352" y="4924425"/>
                  <a:pt x="0" y="4830073"/>
                  <a:pt x="0" y="4713684"/>
                </a:cubicBezTo>
                <a:lnTo>
                  <a:pt x="0" y="210741"/>
                </a:lnTo>
                <a:cubicBezTo>
                  <a:pt x="0" y="94352"/>
                  <a:pt x="94352" y="0"/>
                  <a:pt x="210741"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3995069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755D5CE0-1F91-2D88-89A3-C7B6128D9C12}"/>
              </a:ext>
            </a:extLst>
          </p:cNvPr>
          <p:cNvSpPr>
            <a:spLocks noGrp="1"/>
          </p:cNvSpPr>
          <p:nvPr>
            <p:ph type="pic" sz="quarter" idx="11"/>
          </p:nvPr>
        </p:nvSpPr>
        <p:spPr>
          <a:xfrm>
            <a:off x="1066800" y="0"/>
            <a:ext cx="10058400" cy="3429000"/>
          </a:xfrm>
          <a:custGeom>
            <a:avLst/>
            <a:gdLst>
              <a:gd name="connsiteX0" fmla="*/ 0 w 10058400"/>
              <a:gd name="connsiteY0" fmla="*/ 0 h 3429000"/>
              <a:gd name="connsiteX1" fmla="*/ 10058400 w 10058400"/>
              <a:gd name="connsiteY1" fmla="*/ 0 h 3429000"/>
              <a:gd name="connsiteX2" fmla="*/ 10058400 w 10058400"/>
              <a:gd name="connsiteY2" fmla="*/ 3222820 h 3429000"/>
              <a:gd name="connsiteX3" fmla="*/ 9852220 w 10058400"/>
              <a:gd name="connsiteY3" fmla="*/ 3429000 h 3429000"/>
              <a:gd name="connsiteX4" fmla="*/ 206180 w 10058400"/>
              <a:gd name="connsiteY4" fmla="*/ 3429000 h 3429000"/>
              <a:gd name="connsiteX5" fmla="*/ 0 w 10058400"/>
              <a:gd name="connsiteY5" fmla="*/ 322282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8400" h="3429000">
                <a:moveTo>
                  <a:pt x="0" y="0"/>
                </a:moveTo>
                <a:lnTo>
                  <a:pt x="10058400" y="0"/>
                </a:lnTo>
                <a:lnTo>
                  <a:pt x="10058400" y="3222820"/>
                </a:lnTo>
                <a:cubicBezTo>
                  <a:pt x="10058400" y="3336690"/>
                  <a:pt x="9966090" y="3429000"/>
                  <a:pt x="9852220" y="3429000"/>
                </a:cubicBezTo>
                <a:lnTo>
                  <a:pt x="206180" y="3429000"/>
                </a:lnTo>
                <a:cubicBezTo>
                  <a:pt x="92310" y="3429000"/>
                  <a:pt x="0" y="3336690"/>
                  <a:pt x="0" y="3222820"/>
                </a:cubicBez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2277307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1_Custom Layout">
    <p:spTree>
      <p:nvGrpSpPr>
        <p:cNvPr id="1" name=""/>
        <p:cNvGrpSpPr/>
        <p:nvPr/>
      </p:nvGrpSpPr>
      <p:grpSpPr>
        <a:xfrm>
          <a:off x="0" y="0"/>
          <a:ext cx="0" cy="0"/>
          <a:chOff x="0" y="0"/>
          <a:chExt cx="0" cy="0"/>
        </a:xfrm>
      </p:grpSpPr>
      <p:sp>
        <p:nvSpPr>
          <p:cNvPr id="3" name="Picture Placeholder 19">
            <a:extLst>
              <a:ext uri="{FF2B5EF4-FFF2-40B4-BE49-F238E27FC236}">
                <a16:creationId xmlns:a16="http://schemas.microsoft.com/office/drawing/2014/main" id="{FB832E80-30B2-A653-F1EB-E2FF8786C1E1}"/>
              </a:ext>
            </a:extLst>
          </p:cNvPr>
          <p:cNvSpPr>
            <a:spLocks noGrp="1"/>
          </p:cNvSpPr>
          <p:nvPr>
            <p:ph type="pic" sz="quarter" idx="10"/>
          </p:nvPr>
        </p:nvSpPr>
        <p:spPr>
          <a:xfrm>
            <a:off x="4890092" y="2095580"/>
            <a:ext cx="2642770" cy="2642770"/>
          </a:xfrm>
          <a:prstGeom prst="ellipse">
            <a:avLst/>
          </a:prstGeom>
        </p:spPr>
        <p:txBody>
          <a:bodyPr/>
          <a:lstStyle/>
          <a:p>
            <a:r>
              <a:rPr lang="en-US"/>
              <a:t>Click icon to add picture</a:t>
            </a:r>
          </a:p>
        </p:txBody>
      </p:sp>
    </p:spTree>
    <p:extLst>
      <p:ext uri="{BB962C8B-B14F-4D97-AF65-F5344CB8AC3E}">
        <p14:creationId xmlns:p14="http://schemas.microsoft.com/office/powerpoint/2010/main" val="2958313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B6A6-E268-7B79-25CF-5839C5DEB60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563568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9_Custom Layout">
    <p:spTree>
      <p:nvGrpSpPr>
        <p:cNvPr id="1" name=""/>
        <p:cNvGrpSpPr/>
        <p:nvPr/>
      </p:nvGrpSpPr>
      <p:grpSpPr>
        <a:xfrm>
          <a:off x="0" y="0"/>
          <a:ext cx="0" cy="0"/>
          <a:chOff x="0" y="0"/>
          <a:chExt cx="0" cy="0"/>
        </a:xfrm>
      </p:grpSpPr>
      <p:sp>
        <p:nvSpPr>
          <p:cNvPr id="3" name="Picture Placeholder 13">
            <a:extLst>
              <a:ext uri="{FF2B5EF4-FFF2-40B4-BE49-F238E27FC236}">
                <a16:creationId xmlns:a16="http://schemas.microsoft.com/office/drawing/2014/main" id="{74CF8B9C-7320-30D3-DEF3-009DDD35F60A}"/>
              </a:ext>
            </a:extLst>
          </p:cNvPr>
          <p:cNvSpPr>
            <a:spLocks noGrp="1"/>
          </p:cNvSpPr>
          <p:nvPr>
            <p:ph type="pic" sz="quarter" idx="10" hasCustomPrompt="1"/>
          </p:nvPr>
        </p:nvSpPr>
        <p:spPr>
          <a:xfrm>
            <a:off x="1235075" y="2088985"/>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14">
            <a:extLst>
              <a:ext uri="{FF2B5EF4-FFF2-40B4-BE49-F238E27FC236}">
                <a16:creationId xmlns:a16="http://schemas.microsoft.com/office/drawing/2014/main" id="{227D7713-D35D-B1B7-E530-95EE23F5E2CE}"/>
              </a:ext>
            </a:extLst>
          </p:cNvPr>
          <p:cNvSpPr>
            <a:spLocks noGrp="1"/>
          </p:cNvSpPr>
          <p:nvPr>
            <p:ph type="pic" sz="quarter" idx="11" hasCustomPrompt="1"/>
          </p:nvPr>
        </p:nvSpPr>
        <p:spPr>
          <a:xfrm>
            <a:off x="3232681" y="2558183"/>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5" name="Picture Placeholder 15">
            <a:extLst>
              <a:ext uri="{FF2B5EF4-FFF2-40B4-BE49-F238E27FC236}">
                <a16:creationId xmlns:a16="http://schemas.microsoft.com/office/drawing/2014/main" id="{AF7F0235-4E0C-AA0D-A04C-0D813CEC0C88}"/>
              </a:ext>
            </a:extLst>
          </p:cNvPr>
          <p:cNvSpPr>
            <a:spLocks noGrp="1"/>
          </p:cNvSpPr>
          <p:nvPr>
            <p:ph type="pic" sz="quarter" idx="12" hasCustomPrompt="1"/>
          </p:nvPr>
        </p:nvSpPr>
        <p:spPr>
          <a:xfrm>
            <a:off x="5230287" y="2088985"/>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6" name="Picture Placeholder 16">
            <a:extLst>
              <a:ext uri="{FF2B5EF4-FFF2-40B4-BE49-F238E27FC236}">
                <a16:creationId xmlns:a16="http://schemas.microsoft.com/office/drawing/2014/main" id="{5DFA656B-A4B9-ABB6-924C-3ACAE81BB87A}"/>
              </a:ext>
            </a:extLst>
          </p:cNvPr>
          <p:cNvSpPr>
            <a:spLocks noGrp="1"/>
          </p:cNvSpPr>
          <p:nvPr>
            <p:ph type="pic" sz="quarter" idx="13" hasCustomPrompt="1"/>
          </p:nvPr>
        </p:nvSpPr>
        <p:spPr>
          <a:xfrm>
            <a:off x="7227893" y="2558183"/>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7" name="Picture Placeholder 17">
            <a:extLst>
              <a:ext uri="{FF2B5EF4-FFF2-40B4-BE49-F238E27FC236}">
                <a16:creationId xmlns:a16="http://schemas.microsoft.com/office/drawing/2014/main" id="{1E09CD01-3341-E578-3E1F-95630C530505}"/>
              </a:ext>
            </a:extLst>
          </p:cNvPr>
          <p:cNvSpPr>
            <a:spLocks noGrp="1"/>
          </p:cNvSpPr>
          <p:nvPr>
            <p:ph type="pic" sz="quarter" idx="14" hasCustomPrompt="1"/>
          </p:nvPr>
        </p:nvSpPr>
        <p:spPr>
          <a:xfrm>
            <a:off x="9225499" y="2088985"/>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4279950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8_Custom Layout">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51B585AE-0E3C-A198-8EFC-4C2B3B1914F7}"/>
              </a:ext>
            </a:extLst>
          </p:cNvPr>
          <p:cNvSpPr>
            <a:spLocks noGrp="1"/>
          </p:cNvSpPr>
          <p:nvPr>
            <p:ph type="pic" sz="quarter" idx="10"/>
          </p:nvPr>
        </p:nvSpPr>
        <p:spPr>
          <a:xfrm>
            <a:off x="1789210" y="0"/>
            <a:ext cx="4306790" cy="3429000"/>
          </a:xfrm>
          <a:custGeom>
            <a:avLst/>
            <a:gdLst>
              <a:gd name="connsiteX0" fmla="*/ 0 w 4343400"/>
              <a:gd name="connsiteY0" fmla="*/ 0 h 3429000"/>
              <a:gd name="connsiteX1" fmla="*/ 4343400 w 4343400"/>
              <a:gd name="connsiteY1" fmla="*/ 0 h 3429000"/>
              <a:gd name="connsiteX2" fmla="*/ 4343400 w 4343400"/>
              <a:gd name="connsiteY2" fmla="*/ 3429000 h 3429000"/>
              <a:gd name="connsiteX3" fmla="*/ 0 w 43434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343400" h="3429000">
                <a:moveTo>
                  <a:pt x="0" y="0"/>
                </a:moveTo>
                <a:lnTo>
                  <a:pt x="4343400" y="0"/>
                </a:lnTo>
                <a:lnTo>
                  <a:pt x="4343400" y="3429000"/>
                </a:lnTo>
                <a:lnTo>
                  <a:pt x="0" y="3429000"/>
                </a:ln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endParaRPr lang="en-US" dirty="0"/>
          </a:p>
        </p:txBody>
      </p:sp>
      <p:sp>
        <p:nvSpPr>
          <p:cNvPr id="4" name="Picture Placeholder 8">
            <a:extLst>
              <a:ext uri="{FF2B5EF4-FFF2-40B4-BE49-F238E27FC236}">
                <a16:creationId xmlns:a16="http://schemas.microsoft.com/office/drawing/2014/main" id="{E778090E-51ED-CB55-16FB-FB50A9C0CBBE}"/>
              </a:ext>
            </a:extLst>
          </p:cNvPr>
          <p:cNvSpPr>
            <a:spLocks noGrp="1"/>
          </p:cNvSpPr>
          <p:nvPr>
            <p:ph type="pic" sz="quarter" idx="11"/>
          </p:nvPr>
        </p:nvSpPr>
        <p:spPr>
          <a:xfrm>
            <a:off x="6096000" y="3429000"/>
            <a:ext cx="6096000" cy="3429000"/>
          </a:xfrm>
          <a:custGeom>
            <a:avLst/>
            <a:gdLst>
              <a:gd name="connsiteX0" fmla="*/ 0 w 5029201"/>
              <a:gd name="connsiteY0" fmla="*/ 0 h 3429000"/>
              <a:gd name="connsiteX1" fmla="*/ 5029201 w 5029201"/>
              <a:gd name="connsiteY1" fmla="*/ 0 h 3429000"/>
              <a:gd name="connsiteX2" fmla="*/ 5029201 w 5029201"/>
              <a:gd name="connsiteY2" fmla="*/ 3429000 h 3429000"/>
              <a:gd name="connsiteX3" fmla="*/ 0 w 5029201"/>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5029201" h="3429000">
                <a:moveTo>
                  <a:pt x="0" y="0"/>
                </a:moveTo>
                <a:lnTo>
                  <a:pt x="5029201" y="0"/>
                </a:lnTo>
                <a:lnTo>
                  <a:pt x="5029201" y="3429000"/>
                </a:lnTo>
                <a:lnTo>
                  <a:pt x="0" y="3429000"/>
                </a:ln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1718680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425D6A2C-F4D4-DEED-5BFF-CEC176C8C66E}"/>
              </a:ext>
            </a:extLst>
          </p:cNvPr>
          <p:cNvSpPr>
            <a:spLocks noGrp="1"/>
          </p:cNvSpPr>
          <p:nvPr>
            <p:ph type="pic" sz="quarter" idx="10" hasCustomPrompt="1"/>
          </p:nvPr>
        </p:nvSpPr>
        <p:spPr>
          <a:xfrm>
            <a:off x="1850163" y="939681"/>
            <a:ext cx="3989761" cy="4978638"/>
          </a:xfrm>
          <a:custGeom>
            <a:avLst/>
            <a:gdLst>
              <a:gd name="connsiteX0" fmla="*/ 0 w 3989761"/>
              <a:gd name="connsiteY0" fmla="*/ 0 h 4978638"/>
              <a:gd name="connsiteX1" fmla="*/ 3989761 w 3989761"/>
              <a:gd name="connsiteY1" fmla="*/ 0 h 4978638"/>
              <a:gd name="connsiteX2" fmla="*/ 3989761 w 3989761"/>
              <a:gd name="connsiteY2" fmla="*/ 4978638 h 4978638"/>
              <a:gd name="connsiteX3" fmla="*/ 0 w 3989761"/>
              <a:gd name="connsiteY3" fmla="*/ 4978638 h 4978638"/>
            </a:gdLst>
            <a:ahLst/>
            <a:cxnLst>
              <a:cxn ang="0">
                <a:pos x="connsiteX0" y="connsiteY0"/>
              </a:cxn>
              <a:cxn ang="0">
                <a:pos x="connsiteX1" y="connsiteY1"/>
              </a:cxn>
              <a:cxn ang="0">
                <a:pos x="connsiteX2" y="connsiteY2"/>
              </a:cxn>
              <a:cxn ang="0">
                <a:pos x="connsiteX3" y="connsiteY3"/>
              </a:cxn>
            </a:cxnLst>
            <a:rect l="l" t="t" r="r" b="b"/>
            <a:pathLst>
              <a:path w="3989761" h="4978638">
                <a:moveTo>
                  <a:pt x="0" y="0"/>
                </a:moveTo>
                <a:lnTo>
                  <a:pt x="3989761" y="0"/>
                </a:lnTo>
                <a:lnTo>
                  <a:pt x="3989761" y="4978638"/>
                </a:lnTo>
                <a:lnTo>
                  <a:pt x="0" y="4978638"/>
                </a:lnTo>
                <a:close/>
              </a:path>
            </a:pathLst>
          </a:cu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2092605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6_Custom Layout">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1CB62F0B-4B3D-E825-3113-B95C4138C9C4}"/>
              </a:ext>
            </a:extLst>
          </p:cNvPr>
          <p:cNvSpPr>
            <a:spLocks noGrp="1"/>
          </p:cNvSpPr>
          <p:nvPr>
            <p:ph type="pic" sz="quarter" idx="10"/>
          </p:nvPr>
        </p:nvSpPr>
        <p:spPr>
          <a:xfrm>
            <a:off x="6100130" y="0"/>
            <a:ext cx="5020940" cy="5346700"/>
          </a:xfrm>
          <a:custGeom>
            <a:avLst/>
            <a:gdLst>
              <a:gd name="connsiteX0" fmla="*/ 0 w 5020940"/>
              <a:gd name="connsiteY0" fmla="*/ 0 h 5346700"/>
              <a:gd name="connsiteX1" fmla="*/ 5020940 w 5020940"/>
              <a:gd name="connsiteY1" fmla="*/ 0 h 5346700"/>
              <a:gd name="connsiteX2" fmla="*/ 5020940 w 5020940"/>
              <a:gd name="connsiteY2" fmla="*/ 5196775 h 5346700"/>
              <a:gd name="connsiteX3" fmla="*/ 4871015 w 5020940"/>
              <a:gd name="connsiteY3" fmla="*/ 5346700 h 5346700"/>
              <a:gd name="connsiteX4" fmla="*/ 149925 w 5020940"/>
              <a:gd name="connsiteY4" fmla="*/ 5346700 h 5346700"/>
              <a:gd name="connsiteX5" fmla="*/ 0 w 5020940"/>
              <a:gd name="connsiteY5" fmla="*/ 5196775 h 534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0940" h="5346700">
                <a:moveTo>
                  <a:pt x="0" y="0"/>
                </a:moveTo>
                <a:lnTo>
                  <a:pt x="5020940" y="0"/>
                </a:lnTo>
                <a:lnTo>
                  <a:pt x="5020940" y="5196775"/>
                </a:lnTo>
                <a:cubicBezTo>
                  <a:pt x="5020940" y="5279576"/>
                  <a:pt x="4953816" y="5346700"/>
                  <a:pt x="4871015" y="5346700"/>
                </a:cubicBezTo>
                <a:lnTo>
                  <a:pt x="149925" y="5346700"/>
                </a:lnTo>
                <a:cubicBezTo>
                  <a:pt x="67124" y="5346700"/>
                  <a:pt x="0" y="5279576"/>
                  <a:pt x="0" y="5196775"/>
                </a:cubicBez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2323305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7_Custom Layout">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843DC40D-9785-4886-0139-B37EE28FCD04}"/>
              </a:ext>
            </a:extLst>
          </p:cNvPr>
          <p:cNvSpPr>
            <a:spLocks noGrp="1"/>
          </p:cNvSpPr>
          <p:nvPr>
            <p:ph type="pic" sz="quarter" idx="10"/>
          </p:nvPr>
        </p:nvSpPr>
        <p:spPr>
          <a:xfrm>
            <a:off x="0" y="3327580"/>
            <a:ext cx="1358512" cy="2767543"/>
          </a:xfrm>
          <a:custGeom>
            <a:avLst/>
            <a:gdLst>
              <a:gd name="connsiteX0" fmla="*/ 0 w 1358512"/>
              <a:gd name="connsiteY0" fmla="*/ 0 h 2767543"/>
              <a:gd name="connsiteX1" fmla="*/ 1123623 w 1358512"/>
              <a:gd name="connsiteY1" fmla="*/ 0 h 2767543"/>
              <a:gd name="connsiteX2" fmla="*/ 1358512 w 1358512"/>
              <a:gd name="connsiteY2" fmla="*/ 234889 h 2767543"/>
              <a:gd name="connsiteX3" fmla="*/ 1358512 w 1358512"/>
              <a:gd name="connsiteY3" fmla="*/ 2532654 h 2767543"/>
              <a:gd name="connsiteX4" fmla="*/ 1123623 w 1358512"/>
              <a:gd name="connsiteY4" fmla="*/ 2767543 h 2767543"/>
              <a:gd name="connsiteX5" fmla="*/ 0 w 1358512"/>
              <a:gd name="connsiteY5" fmla="*/ 2767543 h 276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512" h="2767543">
                <a:moveTo>
                  <a:pt x="0" y="0"/>
                </a:moveTo>
                <a:lnTo>
                  <a:pt x="1123623" y="0"/>
                </a:lnTo>
                <a:cubicBezTo>
                  <a:pt x="1253349" y="0"/>
                  <a:pt x="1358512" y="105163"/>
                  <a:pt x="1358512" y="234889"/>
                </a:cubicBezTo>
                <a:lnTo>
                  <a:pt x="1358512" y="2532654"/>
                </a:lnTo>
                <a:cubicBezTo>
                  <a:pt x="1358512" y="2662380"/>
                  <a:pt x="1253349" y="2767543"/>
                  <a:pt x="1123623" y="2767543"/>
                </a:cubicBezTo>
                <a:lnTo>
                  <a:pt x="0" y="2767543"/>
                </a:lnTo>
                <a:close/>
              </a:path>
            </a:pathLst>
          </a:custGeom>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
        <p:nvSpPr>
          <p:cNvPr id="4" name="Picture Placeholder 7">
            <a:extLst>
              <a:ext uri="{FF2B5EF4-FFF2-40B4-BE49-F238E27FC236}">
                <a16:creationId xmlns:a16="http://schemas.microsoft.com/office/drawing/2014/main" id="{EE97FC4F-378C-E51D-117F-CE8FA7E0B8A2}"/>
              </a:ext>
            </a:extLst>
          </p:cNvPr>
          <p:cNvSpPr>
            <a:spLocks noGrp="1"/>
          </p:cNvSpPr>
          <p:nvPr>
            <p:ph type="pic" sz="quarter" idx="11"/>
          </p:nvPr>
        </p:nvSpPr>
        <p:spPr>
          <a:xfrm>
            <a:off x="1" y="762879"/>
            <a:ext cx="3369191" cy="2348883"/>
          </a:xfrm>
          <a:custGeom>
            <a:avLst/>
            <a:gdLst>
              <a:gd name="connsiteX0" fmla="*/ 0 w 3369191"/>
              <a:gd name="connsiteY0" fmla="*/ 0 h 2348883"/>
              <a:gd name="connsiteX1" fmla="*/ 2990410 w 3369191"/>
              <a:gd name="connsiteY1" fmla="*/ 0 h 2348883"/>
              <a:gd name="connsiteX2" fmla="*/ 3369191 w 3369191"/>
              <a:gd name="connsiteY2" fmla="*/ 378781 h 2348883"/>
              <a:gd name="connsiteX3" fmla="*/ 3369191 w 3369191"/>
              <a:gd name="connsiteY3" fmla="*/ 1970102 h 2348883"/>
              <a:gd name="connsiteX4" fmla="*/ 2990410 w 3369191"/>
              <a:gd name="connsiteY4" fmla="*/ 2348883 h 2348883"/>
              <a:gd name="connsiteX5" fmla="*/ 0 w 3369191"/>
              <a:gd name="connsiteY5" fmla="*/ 2348883 h 234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9191" h="2348883">
                <a:moveTo>
                  <a:pt x="0" y="0"/>
                </a:moveTo>
                <a:lnTo>
                  <a:pt x="2990410" y="0"/>
                </a:lnTo>
                <a:cubicBezTo>
                  <a:pt x="3199605" y="0"/>
                  <a:pt x="3369191" y="169586"/>
                  <a:pt x="3369191" y="378781"/>
                </a:cubicBezTo>
                <a:lnTo>
                  <a:pt x="3369191" y="1970102"/>
                </a:lnTo>
                <a:cubicBezTo>
                  <a:pt x="3369191" y="2179297"/>
                  <a:pt x="3199605" y="2348883"/>
                  <a:pt x="2990410" y="2348883"/>
                </a:cubicBezTo>
                <a:lnTo>
                  <a:pt x="0" y="2348883"/>
                </a:lnTo>
                <a:close/>
              </a:path>
            </a:pathLst>
          </a:custGeom>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
        <p:nvSpPr>
          <p:cNvPr id="5" name="Picture Placeholder 15">
            <a:extLst>
              <a:ext uri="{FF2B5EF4-FFF2-40B4-BE49-F238E27FC236}">
                <a16:creationId xmlns:a16="http://schemas.microsoft.com/office/drawing/2014/main" id="{4A6451E2-3A86-4EE4-E23D-84A5345C60AD}"/>
              </a:ext>
            </a:extLst>
          </p:cNvPr>
          <p:cNvSpPr>
            <a:spLocks noGrp="1"/>
          </p:cNvSpPr>
          <p:nvPr>
            <p:ph type="pic" sz="quarter" idx="12"/>
          </p:nvPr>
        </p:nvSpPr>
        <p:spPr>
          <a:xfrm>
            <a:off x="1588305" y="3327580"/>
            <a:ext cx="2883885" cy="1979313"/>
          </a:xfrm>
          <a:prstGeom prst="roundRect">
            <a:avLst/>
          </a:prstGeom>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
        <p:nvSpPr>
          <p:cNvPr id="6" name="Picture Placeholder 13">
            <a:extLst>
              <a:ext uri="{FF2B5EF4-FFF2-40B4-BE49-F238E27FC236}">
                <a16:creationId xmlns:a16="http://schemas.microsoft.com/office/drawing/2014/main" id="{6A6176CE-A04F-A92B-6899-C3F0CCEBE294}"/>
              </a:ext>
            </a:extLst>
          </p:cNvPr>
          <p:cNvSpPr>
            <a:spLocks noGrp="1"/>
          </p:cNvSpPr>
          <p:nvPr>
            <p:ph type="pic" sz="quarter" idx="13"/>
          </p:nvPr>
        </p:nvSpPr>
        <p:spPr>
          <a:xfrm>
            <a:off x="2157039" y="1592840"/>
            <a:ext cx="3360066" cy="2536973"/>
          </a:xfrm>
          <a:custGeom>
            <a:avLst/>
            <a:gdLst>
              <a:gd name="connsiteX0" fmla="*/ 206053 w 3360066"/>
              <a:gd name="connsiteY0" fmla="*/ 0 h 2536973"/>
              <a:gd name="connsiteX1" fmla="*/ 3154013 w 3360066"/>
              <a:gd name="connsiteY1" fmla="*/ 0 h 2536973"/>
              <a:gd name="connsiteX2" fmla="*/ 3360066 w 3360066"/>
              <a:gd name="connsiteY2" fmla="*/ 206053 h 2536973"/>
              <a:gd name="connsiteX3" fmla="*/ 3360066 w 3360066"/>
              <a:gd name="connsiteY3" fmla="*/ 2330920 h 2536973"/>
              <a:gd name="connsiteX4" fmla="*/ 3154013 w 3360066"/>
              <a:gd name="connsiteY4" fmla="*/ 2536973 h 2536973"/>
              <a:gd name="connsiteX5" fmla="*/ 206053 w 3360066"/>
              <a:gd name="connsiteY5" fmla="*/ 2536973 h 2536973"/>
              <a:gd name="connsiteX6" fmla="*/ 0 w 3360066"/>
              <a:gd name="connsiteY6" fmla="*/ 2330920 h 2536973"/>
              <a:gd name="connsiteX7" fmla="*/ 0 w 3360066"/>
              <a:gd name="connsiteY7" fmla="*/ 206053 h 2536973"/>
              <a:gd name="connsiteX8" fmla="*/ 206053 w 3360066"/>
              <a:gd name="connsiteY8" fmla="*/ 0 h 253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0066" h="2536973">
                <a:moveTo>
                  <a:pt x="206053" y="0"/>
                </a:moveTo>
                <a:lnTo>
                  <a:pt x="3154013" y="0"/>
                </a:lnTo>
                <a:cubicBezTo>
                  <a:pt x="3267813" y="0"/>
                  <a:pt x="3360066" y="92253"/>
                  <a:pt x="3360066" y="206053"/>
                </a:cubicBezTo>
                <a:lnTo>
                  <a:pt x="3360066" y="2330920"/>
                </a:lnTo>
                <a:cubicBezTo>
                  <a:pt x="3360066" y="2444720"/>
                  <a:pt x="3267813" y="2536973"/>
                  <a:pt x="3154013" y="2536973"/>
                </a:cubicBezTo>
                <a:lnTo>
                  <a:pt x="206053" y="2536973"/>
                </a:lnTo>
                <a:cubicBezTo>
                  <a:pt x="92253" y="2536973"/>
                  <a:pt x="0" y="2444720"/>
                  <a:pt x="0" y="2330920"/>
                </a:cubicBezTo>
                <a:lnTo>
                  <a:pt x="0" y="206053"/>
                </a:lnTo>
                <a:cubicBezTo>
                  <a:pt x="0" y="92253"/>
                  <a:pt x="92253" y="0"/>
                  <a:pt x="206053" y="0"/>
                </a:cubicBezTo>
                <a:close/>
              </a:path>
            </a:pathLst>
          </a:custGeom>
          <a:solidFill>
            <a:schemeClr val="bg1">
              <a:lumMod val="95000"/>
            </a:schemeClr>
          </a:solidFill>
          <a:ln w="25400">
            <a:solidFill>
              <a:schemeClr val="bg1"/>
            </a:solidFill>
          </a:ln>
          <a:effectLst>
            <a:outerShdw blurRad="660400" sx="102000" sy="102000" algn="ctr" rotWithShape="0">
              <a:prstClr val="black">
                <a:alpha val="15000"/>
              </a:prstClr>
            </a:outerShdw>
          </a:effectLst>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Tree>
    <p:extLst>
      <p:ext uri="{BB962C8B-B14F-4D97-AF65-F5344CB8AC3E}">
        <p14:creationId xmlns:p14="http://schemas.microsoft.com/office/powerpoint/2010/main" val="3140119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7B5A7F-92AC-031F-AE73-7CD74A9987DA}"/>
              </a:ext>
            </a:extLst>
          </p:cNvPr>
          <p:cNvSpPr/>
          <p:nvPr/>
        </p:nvSpPr>
        <p:spPr>
          <a:xfrm>
            <a:off x="7470624" y="0"/>
            <a:ext cx="4721376" cy="6858000"/>
          </a:xfrm>
          <a:prstGeom prst="rect">
            <a:avLst/>
          </a:prstGeom>
          <a:gradFill>
            <a:gsLst>
              <a:gs pos="0">
                <a:schemeClr val="accent1"/>
              </a:gs>
              <a:gs pos="100000">
                <a:schemeClr val="accent2"/>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995BD6CD-6B98-7404-62AB-3A6D3DE1D765}"/>
              </a:ext>
            </a:extLst>
          </p:cNvPr>
          <p:cNvSpPr/>
          <p:nvPr/>
        </p:nvSpPr>
        <p:spPr>
          <a:xfrm>
            <a:off x="7470624" y="2287548"/>
            <a:ext cx="4721376" cy="2300958"/>
          </a:xfrm>
          <a:prstGeom prst="roundRect">
            <a:avLst>
              <a:gd name="adj" fmla="val 8719"/>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Picture Placeholder 16">
            <a:extLst>
              <a:ext uri="{FF2B5EF4-FFF2-40B4-BE49-F238E27FC236}">
                <a16:creationId xmlns:a16="http://schemas.microsoft.com/office/drawing/2014/main" id="{A01B9E24-B481-6719-F3E7-A0AB1F98D936}"/>
              </a:ext>
            </a:extLst>
          </p:cNvPr>
          <p:cNvSpPr>
            <a:spLocks noGrp="1"/>
          </p:cNvSpPr>
          <p:nvPr>
            <p:ph type="pic" sz="quarter" idx="10"/>
          </p:nvPr>
        </p:nvSpPr>
        <p:spPr>
          <a:xfrm>
            <a:off x="7986285" y="426697"/>
            <a:ext cx="673406" cy="673406"/>
          </a:xfrm>
          <a:custGeom>
            <a:avLst/>
            <a:gdLst>
              <a:gd name="connsiteX0" fmla="*/ 336703 w 673406"/>
              <a:gd name="connsiteY0" fmla="*/ 0 h 673406"/>
              <a:gd name="connsiteX1" fmla="*/ 673406 w 673406"/>
              <a:gd name="connsiteY1" fmla="*/ 336703 h 673406"/>
              <a:gd name="connsiteX2" fmla="*/ 336703 w 673406"/>
              <a:gd name="connsiteY2" fmla="*/ 673406 h 673406"/>
              <a:gd name="connsiteX3" fmla="*/ 0 w 673406"/>
              <a:gd name="connsiteY3" fmla="*/ 336703 h 673406"/>
              <a:gd name="connsiteX4" fmla="*/ 336703 w 673406"/>
              <a:gd name="connsiteY4" fmla="*/ 0 h 673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406" h="673406">
                <a:moveTo>
                  <a:pt x="336703" y="0"/>
                </a:moveTo>
                <a:cubicBezTo>
                  <a:pt x="522659" y="0"/>
                  <a:pt x="673406" y="150747"/>
                  <a:pt x="673406" y="336703"/>
                </a:cubicBezTo>
                <a:cubicBezTo>
                  <a:pt x="673406" y="522659"/>
                  <a:pt x="522659" y="673406"/>
                  <a:pt x="336703" y="673406"/>
                </a:cubicBezTo>
                <a:cubicBezTo>
                  <a:pt x="150747" y="673406"/>
                  <a:pt x="0" y="522659"/>
                  <a:pt x="0" y="336703"/>
                </a:cubicBezTo>
                <a:cubicBezTo>
                  <a:pt x="0" y="150747"/>
                  <a:pt x="150747" y="0"/>
                  <a:pt x="336703" y="0"/>
                </a:cubicBezTo>
                <a:close/>
              </a:path>
            </a:pathLst>
          </a:custGeom>
        </p:spPr>
        <p:txBody>
          <a:bodyPr wrap="square" anchor="ctr">
            <a:noAutofit/>
          </a:bodyPr>
          <a:lstStyle>
            <a:lvl1pPr marL="0" indent="0" algn="ctr">
              <a:buNone/>
              <a:defRPr lang="en-US" sz="900" dirty="0">
                <a:solidFill>
                  <a:schemeClr val="bg1">
                    <a:lumMod val="75000"/>
                  </a:schemeClr>
                </a:solidFill>
                <a:latin typeface="Heebo" pitchFamily="2" charset="-79"/>
                <a:cs typeface="Heebo" pitchFamily="2" charset="-79"/>
              </a:defRPr>
            </a:lvl1pPr>
          </a:lstStyle>
          <a:p>
            <a:pPr marL="228600" lvl="0" indent="-228600" algn="ctr"/>
            <a:r>
              <a:rPr lang="en-US"/>
              <a:t>Click icon to add picture</a:t>
            </a:r>
            <a:endParaRPr lang="en-US" dirty="0"/>
          </a:p>
        </p:txBody>
      </p:sp>
      <p:sp>
        <p:nvSpPr>
          <p:cNvPr id="6" name="Picture Placeholder 17">
            <a:extLst>
              <a:ext uri="{FF2B5EF4-FFF2-40B4-BE49-F238E27FC236}">
                <a16:creationId xmlns:a16="http://schemas.microsoft.com/office/drawing/2014/main" id="{C4DA5FB9-6742-EFBF-C2EF-14061BBD7E3F}"/>
              </a:ext>
            </a:extLst>
          </p:cNvPr>
          <p:cNvSpPr>
            <a:spLocks noGrp="1"/>
          </p:cNvSpPr>
          <p:nvPr>
            <p:ph type="pic" sz="quarter" idx="11"/>
          </p:nvPr>
        </p:nvSpPr>
        <p:spPr>
          <a:xfrm>
            <a:off x="7986285" y="2714245"/>
            <a:ext cx="673406" cy="673406"/>
          </a:xfrm>
          <a:custGeom>
            <a:avLst/>
            <a:gdLst>
              <a:gd name="connsiteX0" fmla="*/ 336703 w 673406"/>
              <a:gd name="connsiteY0" fmla="*/ 0 h 673406"/>
              <a:gd name="connsiteX1" fmla="*/ 673406 w 673406"/>
              <a:gd name="connsiteY1" fmla="*/ 336703 h 673406"/>
              <a:gd name="connsiteX2" fmla="*/ 336703 w 673406"/>
              <a:gd name="connsiteY2" fmla="*/ 673406 h 673406"/>
              <a:gd name="connsiteX3" fmla="*/ 0 w 673406"/>
              <a:gd name="connsiteY3" fmla="*/ 336703 h 673406"/>
              <a:gd name="connsiteX4" fmla="*/ 336703 w 673406"/>
              <a:gd name="connsiteY4" fmla="*/ 0 h 673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406" h="673406">
                <a:moveTo>
                  <a:pt x="336703" y="0"/>
                </a:moveTo>
                <a:cubicBezTo>
                  <a:pt x="522659" y="0"/>
                  <a:pt x="673406" y="150747"/>
                  <a:pt x="673406" y="336703"/>
                </a:cubicBezTo>
                <a:cubicBezTo>
                  <a:pt x="673406" y="522659"/>
                  <a:pt x="522659" y="673406"/>
                  <a:pt x="336703" y="673406"/>
                </a:cubicBezTo>
                <a:cubicBezTo>
                  <a:pt x="150747" y="673406"/>
                  <a:pt x="0" y="522659"/>
                  <a:pt x="0" y="336703"/>
                </a:cubicBezTo>
                <a:cubicBezTo>
                  <a:pt x="0" y="150747"/>
                  <a:pt x="150747" y="0"/>
                  <a:pt x="336703" y="0"/>
                </a:cubicBezTo>
                <a:close/>
              </a:path>
            </a:pathLst>
          </a:custGeom>
        </p:spPr>
        <p:txBody>
          <a:bodyPr wrap="square" anchor="ctr">
            <a:noAutofit/>
          </a:bodyPr>
          <a:lstStyle>
            <a:lvl1pPr marL="0" indent="0" algn="ctr">
              <a:buNone/>
              <a:defRPr lang="en-US" sz="900" dirty="0">
                <a:solidFill>
                  <a:schemeClr val="bg1">
                    <a:lumMod val="75000"/>
                  </a:schemeClr>
                </a:solidFill>
                <a:latin typeface="Heebo" pitchFamily="2" charset="-79"/>
                <a:cs typeface="Heebo" pitchFamily="2" charset="-79"/>
              </a:defRPr>
            </a:lvl1pPr>
          </a:lstStyle>
          <a:p>
            <a:pPr marL="228600" lvl="0" indent="-228600" algn="ctr"/>
            <a:r>
              <a:rPr lang="en-US"/>
              <a:t>Click icon to add picture</a:t>
            </a:r>
            <a:endParaRPr lang="en-US" dirty="0"/>
          </a:p>
        </p:txBody>
      </p:sp>
      <p:sp>
        <p:nvSpPr>
          <p:cNvPr id="7" name="Picture Placeholder 21">
            <a:extLst>
              <a:ext uri="{FF2B5EF4-FFF2-40B4-BE49-F238E27FC236}">
                <a16:creationId xmlns:a16="http://schemas.microsoft.com/office/drawing/2014/main" id="{52949D9E-6716-4887-BF32-CA6549EC3EBD}"/>
              </a:ext>
            </a:extLst>
          </p:cNvPr>
          <p:cNvSpPr>
            <a:spLocks noGrp="1"/>
          </p:cNvSpPr>
          <p:nvPr>
            <p:ph type="pic" sz="quarter" idx="12"/>
          </p:nvPr>
        </p:nvSpPr>
        <p:spPr>
          <a:xfrm>
            <a:off x="7986285" y="5001793"/>
            <a:ext cx="673406" cy="673406"/>
          </a:xfrm>
          <a:custGeom>
            <a:avLst/>
            <a:gdLst>
              <a:gd name="connsiteX0" fmla="*/ 336703 w 673406"/>
              <a:gd name="connsiteY0" fmla="*/ 0 h 673406"/>
              <a:gd name="connsiteX1" fmla="*/ 673406 w 673406"/>
              <a:gd name="connsiteY1" fmla="*/ 336703 h 673406"/>
              <a:gd name="connsiteX2" fmla="*/ 336703 w 673406"/>
              <a:gd name="connsiteY2" fmla="*/ 673406 h 673406"/>
              <a:gd name="connsiteX3" fmla="*/ 0 w 673406"/>
              <a:gd name="connsiteY3" fmla="*/ 336703 h 673406"/>
              <a:gd name="connsiteX4" fmla="*/ 336703 w 673406"/>
              <a:gd name="connsiteY4" fmla="*/ 0 h 673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406" h="673406">
                <a:moveTo>
                  <a:pt x="336703" y="0"/>
                </a:moveTo>
                <a:cubicBezTo>
                  <a:pt x="522659" y="0"/>
                  <a:pt x="673406" y="150747"/>
                  <a:pt x="673406" y="336703"/>
                </a:cubicBezTo>
                <a:cubicBezTo>
                  <a:pt x="673406" y="522659"/>
                  <a:pt x="522659" y="673406"/>
                  <a:pt x="336703" y="673406"/>
                </a:cubicBezTo>
                <a:cubicBezTo>
                  <a:pt x="150747" y="673406"/>
                  <a:pt x="0" y="522659"/>
                  <a:pt x="0" y="336703"/>
                </a:cubicBezTo>
                <a:cubicBezTo>
                  <a:pt x="0" y="150747"/>
                  <a:pt x="150747" y="0"/>
                  <a:pt x="336703" y="0"/>
                </a:cubicBezTo>
                <a:close/>
              </a:path>
            </a:pathLst>
          </a:custGeom>
        </p:spPr>
        <p:txBody>
          <a:bodyPr wrap="square" anchor="ctr">
            <a:noAutofit/>
          </a:bodyPr>
          <a:lstStyle>
            <a:lvl1pPr marL="0" indent="0" algn="ctr">
              <a:buNone/>
              <a:defRPr lang="en-US" sz="900" dirty="0">
                <a:solidFill>
                  <a:schemeClr val="bg1">
                    <a:lumMod val="75000"/>
                  </a:schemeClr>
                </a:solidFill>
                <a:latin typeface="Heebo" pitchFamily="2" charset="-79"/>
                <a:cs typeface="Heebo" pitchFamily="2" charset="-79"/>
              </a:defRPr>
            </a:lvl1pPr>
          </a:lstStyle>
          <a:p>
            <a:pPr marL="228600" lvl="0" indent="-228600" algn="ctr"/>
            <a:r>
              <a:rPr lang="en-US"/>
              <a:t>Click icon to add picture</a:t>
            </a:r>
            <a:endParaRPr lang="en-US" dirty="0"/>
          </a:p>
        </p:txBody>
      </p:sp>
    </p:spTree>
    <p:extLst>
      <p:ext uri="{BB962C8B-B14F-4D97-AF65-F5344CB8AC3E}">
        <p14:creationId xmlns:p14="http://schemas.microsoft.com/office/powerpoint/2010/main" val="428749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3_Custom Layout">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77001F8A-CA8D-1B31-E403-13C13F1CBF34}"/>
              </a:ext>
            </a:extLst>
          </p:cNvPr>
          <p:cNvSpPr/>
          <p:nvPr/>
        </p:nvSpPr>
        <p:spPr>
          <a:xfrm>
            <a:off x="419623" y="2796062"/>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10" name="Group 9">
            <a:extLst>
              <a:ext uri="{FF2B5EF4-FFF2-40B4-BE49-F238E27FC236}">
                <a16:creationId xmlns:a16="http://schemas.microsoft.com/office/drawing/2014/main" id="{7D904F61-5B06-15DB-7F41-DA1204B4FA87}"/>
              </a:ext>
            </a:extLst>
          </p:cNvPr>
          <p:cNvGrpSpPr/>
          <p:nvPr/>
        </p:nvGrpSpPr>
        <p:grpSpPr>
          <a:xfrm>
            <a:off x="5739632" y="2930136"/>
            <a:ext cx="4630512" cy="3324978"/>
            <a:chOff x="5255365" y="1696774"/>
            <a:chExt cx="4630512" cy="3324978"/>
          </a:xfrm>
        </p:grpSpPr>
        <p:sp>
          <p:nvSpPr>
            <p:cNvPr id="11" name="Oval 10">
              <a:extLst>
                <a:ext uri="{FF2B5EF4-FFF2-40B4-BE49-F238E27FC236}">
                  <a16:creationId xmlns:a16="http://schemas.microsoft.com/office/drawing/2014/main" id="{44839366-F02F-4196-4140-31E09A697D63}"/>
                </a:ext>
              </a:extLst>
            </p:cNvPr>
            <p:cNvSpPr/>
            <p:nvPr/>
          </p:nvSpPr>
          <p:spPr>
            <a:xfrm>
              <a:off x="6577457" y="1713329"/>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2" name="Oval 11">
              <a:extLst>
                <a:ext uri="{FF2B5EF4-FFF2-40B4-BE49-F238E27FC236}">
                  <a16:creationId xmlns:a16="http://schemas.microsoft.com/office/drawing/2014/main" id="{EAD94AF3-282D-A880-5DC6-499879836E7A}"/>
                </a:ext>
              </a:extLst>
            </p:cNvPr>
            <p:cNvSpPr/>
            <p:nvPr/>
          </p:nvSpPr>
          <p:spPr>
            <a:xfrm>
              <a:off x="5255365" y="1696774"/>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6" name="Rectangle 5">
            <a:extLst>
              <a:ext uri="{FF2B5EF4-FFF2-40B4-BE49-F238E27FC236}">
                <a16:creationId xmlns:a16="http://schemas.microsoft.com/office/drawing/2014/main" id="{7A0A1BCD-2BD2-DD01-63F5-420D79EBFA8A}"/>
              </a:ext>
            </a:extLst>
          </p:cNvPr>
          <p:cNvSpPr/>
          <p:nvPr/>
        </p:nvSpPr>
        <p:spPr>
          <a:xfrm>
            <a:off x="6096000" y="0"/>
            <a:ext cx="6096000" cy="42799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C074A67F-2029-A7D9-5E4A-B6B19380D499}"/>
              </a:ext>
            </a:extLst>
          </p:cNvPr>
          <p:cNvSpPr/>
          <p:nvPr/>
        </p:nvSpPr>
        <p:spPr>
          <a:xfrm>
            <a:off x="0" y="0"/>
            <a:ext cx="6096000" cy="4279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Picture Placeholder 15">
            <a:extLst>
              <a:ext uri="{FF2B5EF4-FFF2-40B4-BE49-F238E27FC236}">
                <a16:creationId xmlns:a16="http://schemas.microsoft.com/office/drawing/2014/main" id="{A2153197-F730-0520-644D-B35D72883CE9}"/>
              </a:ext>
            </a:extLst>
          </p:cNvPr>
          <p:cNvSpPr>
            <a:spLocks noGrp="1"/>
          </p:cNvSpPr>
          <p:nvPr>
            <p:ph type="pic" sz="quarter" idx="10"/>
          </p:nvPr>
        </p:nvSpPr>
        <p:spPr>
          <a:xfrm>
            <a:off x="4824375" y="602886"/>
            <a:ext cx="2543251" cy="3677014"/>
          </a:xfrm>
          <a:custGeom>
            <a:avLst/>
            <a:gdLst>
              <a:gd name="connsiteX0" fmla="*/ 0 w 2543251"/>
              <a:gd name="connsiteY0" fmla="*/ 0 h 3677014"/>
              <a:gd name="connsiteX1" fmla="*/ 2543251 w 2543251"/>
              <a:gd name="connsiteY1" fmla="*/ 0 h 3677014"/>
              <a:gd name="connsiteX2" fmla="*/ 2543251 w 2543251"/>
              <a:gd name="connsiteY2" fmla="*/ 3677014 h 3677014"/>
              <a:gd name="connsiteX3" fmla="*/ 0 w 2543251"/>
              <a:gd name="connsiteY3" fmla="*/ 3677014 h 3677014"/>
            </a:gdLst>
            <a:ahLst/>
            <a:cxnLst>
              <a:cxn ang="0">
                <a:pos x="connsiteX0" y="connsiteY0"/>
              </a:cxn>
              <a:cxn ang="0">
                <a:pos x="connsiteX1" y="connsiteY1"/>
              </a:cxn>
              <a:cxn ang="0">
                <a:pos x="connsiteX2" y="connsiteY2"/>
              </a:cxn>
              <a:cxn ang="0">
                <a:pos x="connsiteX3" y="connsiteY3"/>
              </a:cxn>
            </a:cxnLst>
            <a:rect l="l" t="t" r="r" b="b"/>
            <a:pathLst>
              <a:path w="2543251" h="3677014">
                <a:moveTo>
                  <a:pt x="0" y="0"/>
                </a:moveTo>
                <a:lnTo>
                  <a:pt x="2543251" y="0"/>
                </a:lnTo>
                <a:lnTo>
                  <a:pt x="2543251" y="3677014"/>
                </a:lnTo>
                <a:lnTo>
                  <a:pt x="0" y="3677014"/>
                </a:lnTo>
                <a:close/>
              </a:path>
            </a:pathLst>
          </a:custGeom>
        </p:spPr>
        <p:txBody>
          <a:bodyPr wrap="square">
            <a:noAutofit/>
          </a:bodyPr>
          <a:lstStyle>
            <a:lvl1pPr>
              <a:defRPr lang="en-US" sz="2000" dirty="0">
                <a:solidFill>
                  <a:schemeClr val="bg1">
                    <a:lumMod val="75000"/>
                  </a:schemeClr>
                </a:solidFill>
                <a:latin typeface="Heebo" pitchFamily="2" charset="-79"/>
                <a:cs typeface="Heebo" pitchFamily="2" charset="-79"/>
              </a:defRPr>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1253027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86F8BB4-3EF8-4204-5848-B296086354ED}"/>
              </a:ext>
            </a:extLst>
          </p:cNvPr>
          <p:cNvSpPr>
            <a:spLocks noGrp="1"/>
          </p:cNvSpPr>
          <p:nvPr>
            <p:ph type="pic" sz="quarter" idx="10"/>
          </p:nvPr>
        </p:nvSpPr>
        <p:spPr>
          <a:xfrm>
            <a:off x="1066801" y="1285996"/>
            <a:ext cx="10058399" cy="3528703"/>
          </a:xfrm>
          <a:custGeom>
            <a:avLst/>
            <a:gdLst>
              <a:gd name="connsiteX0" fmla="*/ 156322 w 10134599"/>
              <a:gd name="connsiteY0" fmla="*/ 0 h 3528703"/>
              <a:gd name="connsiteX1" fmla="*/ 9978277 w 10134599"/>
              <a:gd name="connsiteY1" fmla="*/ 0 h 3528703"/>
              <a:gd name="connsiteX2" fmla="*/ 10134599 w 10134599"/>
              <a:gd name="connsiteY2" fmla="*/ 156322 h 3528703"/>
              <a:gd name="connsiteX3" fmla="*/ 10134599 w 10134599"/>
              <a:gd name="connsiteY3" fmla="*/ 3372381 h 3528703"/>
              <a:gd name="connsiteX4" fmla="*/ 9978277 w 10134599"/>
              <a:gd name="connsiteY4" fmla="*/ 3528703 h 3528703"/>
              <a:gd name="connsiteX5" fmla="*/ 156322 w 10134599"/>
              <a:gd name="connsiteY5" fmla="*/ 3528703 h 3528703"/>
              <a:gd name="connsiteX6" fmla="*/ 0 w 10134599"/>
              <a:gd name="connsiteY6" fmla="*/ 3372381 h 3528703"/>
              <a:gd name="connsiteX7" fmla="*/ 0 w 10134599"/>
              <a:gd name="connsiteY7" fmla="*/ 156322 h 3528703"/>
              <a:gd name="connsiteX8" fmla="*/ 156322 w 10134599"/>
              <a:gd name="connsiteY8" fmla="*/ 0 h 3528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34599" h="3528703">
                <a:moveTo>
                  <a:pt x="156322" y="0"/>
                </a:moveTo>
                <a:lnTo>
                  <a:pt x="9978277" y="0"/>
                </a:lnTo>
                <a:cubicBezTo>
                  <a:pt x="10064611" y="0"/>
                  <a:pt x="10134599" y="69988"/>
                  <a:pt x="10134599" y="156322"/>
                </a:cubicBezTo>
                <a:lnTo>
                  <a:pt x="10134599" y="3372381"/>
                </a:lnTo>
                <a:cubicBezTo>
                  <a:pt x="10134599" y="3458715"/>
                  <a:pt x="10064611" y="3528703"/>
                  <a:pt x="9978277" y="3528703"/>
                </a:cubicBezTo>
                <a:lnTo>
                  <a:pt x="156322" y="3528703"/>
                </a:lnTo>
                <a:cubicBezTo>
                  <a:pt x="69988" y="3528703"/>
                  <a:pt x="0" y="3458715"/>
                  <a:pt x="0" y="3372381"/>
                </a:cubicBezTo>
                <a:lnTo>
                  <a:pt x="0" y="156322"/>
                </a:lnTo>
                <a:cubicBezTo>
                  <a:pt x="0" y="69988"/>
                  <a:pt x="69988" y="0"/>
                  <a:pt x="156322" y="0"/>
                </a:cubicBez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37109385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1_Custom Layout">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9C2F5119-905B-614F-1E45-7A87063D020A}"/>
              </a:ext>
            </a:extLst>
          </p:cNvPr>
          <p:cNvSpPr>
            <a:spLocks noGrp="1"/>
          </p:cNvSpPr>
          <p:nvPr>
            <p:ph type="pic" sz="quarter" idx="10" hasCustomPrompt="1"/>
          </p:nvPr>
        </p:nvSpPr>
        <p:spPr>
          <a:xfrm>
            <a:off x="-230723" y="1590879"/>
            <a:ext cx="2439124" cy="2324100"/>
          </a:xfrm>
          <a:custGeom>
            <a:avLst/>
            <a:gdLst>
              <a:gd name="connsiteX0" fmla="*/ 63518 w 2439124"/>
              <a:gd name="connsiteY0" fmla="*/ 0 h 2324100"/>
              <a:gd name="connsiteX1" fmla="*/ 2375606 w 2439124"/>
              <a:gd name="connsiteY1" fmla="*/ 0 h 2324100"/>
              <a:gd name="connsiteX2" fmla="*/ 2439124 w 2439124"/>
              <a:gd name="connsiteY2" fmla="*/ 63518 h 2324100"/>
              <a:gd name="connsiteX3" fmla="*/ 2439124 w 2439124"/>
              <a:gd name="connsiteY3" fmla="*/ 2260582 h 2324100"/>
              <a:gd name="connsiteX4" fmla="*/ 2375606 w 2439124"/>
              <a:gd name="connsiteY4" fmla="*/ 2324100 h 2324100"/>
              <a:gd name="connsiteX5" fmla="*/ 63518 w 2439124"/>
              <a:gd name="connsiteY5" fmla="*/ 2324100 h 2324100"/>
              <a:gd name="connsiteX6" fmla="*/ 0 w 2439124"/>
              <a:gd name="connsiteY6" fmla="*/ 2260582 h 2324100"/>
              <a:gd name="connsiteX7" fmla="*/ 0 w 2439124"/>
              <a:gd name="connsiteY7" fmla="*/ 63518 h 2324100"/>
              <a:gd name="connsiteX8" fmla="*/ 63518 w 2439124"/>
              <a:gd name="connsiteY8" fmla="*/ 0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9124" h="2324100">
                <a:moveTo>
                  <a:pt x="63518" y="0"/>
                </a:moveTo>
                <a:lnTo>
                  <a:pt x="2375606" y="0"/>
                </a:lnTo>
                <a:cubicBezTo>
                  <a:pt x="2410686" y="0"/>
                  <a:pt x="2439124" y="28438"/>
                  <a:pt x="2439124" y="63518"/>
                </a:cubicBezTo>
                <a:lnTo>
                  <a:pt x="2439124" y="2260582"/>
                </a:lnTo>
                <a:cubicBezTo>
                  <a:pt x="2439124" y="2295662"/>
                  <a:pt x="2410686" y="2324100"/>
                  <a:pt x="2375606" y="2324100"/>
                </a:cubicBezTo>
                <a:lnTo>
                  <a:pt x="63518" y="2324100"/>
                </a:lnTo>
                <a:cubicBezTo>
                  <a:pt x="28438" y="2324100"/>
                  <a:pt x="0" y="2295662"/>
                  <a:pt x="0" y="2260582"/>
                </a:cubicBezTo>
                <a:lnTo>
                  <a:pt x="0" y="63518"/>
                </a:lnTo>
                <a:cubicBezTo>
                  <a:pt x="0" y="28438"/>
                  <a:pt x="28438" y="0"/>
                  <a:pt x="63518"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6">
            <a:extLst>
              <a:ext uri="{FF2B5EF4-FFF2-40B4-BE49-F238E27FC236}">
                <a16:creationId xmlns:a16="http://schemas.microsoft.com/office/drawing/2014/main" id="{9A78298F-E519-DA45-D362-F568E63AE548}"/>
              </a:ext>
            </a:extLst>
          </p:cNvPr>
          <p:cNvSpPr>
            <a:spLocks noGrp="1"/>
          </p:cNvSpPr>
          <p:nvPr>
            <p:ph type="pic" sz="quarter" idx="11" hasCustomPrompt="1"/>
          </p:nvPr>
        </p:nvSpPr>
        <p:spPr>
          <a:xfrm>
            <a:off x="2449382" y="1590879"/>
            <a:ext cx="2439124" cy="2324100"/>
          </a:xfrm>
          <a:custGeom>
            <a:avLst/>
            <a:gdLst>
              <a:gd name="connsiteX0" fmla="*/ 63518 w 2439124"/>
              <a:gd name="connsiteY0" fmla="*/ 0 h 2324100"/>
              <a:gd name="connsiteX1" fmla="*/ 2375606 w 2439124"/>
              <a:gd name="connsiteY1" fmla="*/ 0 h 2324100"/>
              <a:gd name="connsiteX2" fmla="*/ 2439124 w 2439124"/>
              <a:gd name="connsiteY2" fmla="*/ 63518 h 2324100"/>
              <a:gd name="connsiteX3" fmla="*/ 2439124 w 2439124"/>
              <a:gd name="connsiteY3" fmla="*/ 2260582 h 2324100"/>
              <a:gd name="connsiteX4" fmla="*/ 2375606 w 2439124"/>
              <a:gd name="connsiteY4" fmla="*/ 2324100 h 2324100"/>
              <a:gd name="connsiteX5" fmla="*/ 63518 w 2439124"/>
              <a:gd name="connsiteY5" fmla="*/ 2324100 h 2324100"/>
              <a:gd name="connsiteX6" fmla="*/ 0 w 2439124"/>
              <a:gd name="connsiteY6" fmla="*/ 2260582 h 2324100"/>
              <a:gd name="connsiteX7" fmla="*/ 0 w 2439124"/>
              <a:gd name="connsiteY7" fmla="*/ 63518 h 2324100"/>
              <a:gd name="connsiteX8" fmla="*/ 63518 w 2439124"/>
              <a:gd name="connsiteY8" fmla="*/ 0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9124" h="2324100">
                <a:moveTo>
                  <a:pt x="63518" y="0"/>
                </a:moveTo>
                <a:lnTo>
                  <a:pt x="2375606" y="0"/>
                </a:lnTo>
                <a:cubicBezTo>
                  <a:pt x="2410686" y="0"/>
                  <a:pt x="2439124" y="28438"/>
                  <a:pt x="2439124" y="63518"/>
                </a:cubicBezTo>
                <a:lnTo>
                  <a:pt x="2439124" y="2260582"/>
                </a:lnTo>
                <a:cubicBezTo>
                  <a:pt x="2439124" y="2295662"/>
                  <a:pt x="2410686" y="2324100"/>
                  <a:pt x="2375606" y="2324100"/>
                </a:cubicBezTo>
                <a:lnTo>
                  <a:pt x="63518" y="2324100"/>
                </a:lnTo>
                <a:cubicBezTo>
                  <a:pt x="28438" y="2324100"/>
                  <a:pt x="0" y="2295662"/>
                  <a:pt x="0" y="2260582"/>
                </a:cubicBezTo>
                <a:lnTo>
                  <a:pt x="0" y="63518"/>
                </a:lnTo>
                <a:cubicBezTo>
                  <a:pt x="0" y="28438"/>
                  <a:pt x="28438" y="0"/>
                  <a:pt x="63518"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2471055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5F6C811-32F8-1404-D66E-984597015FB3}"/>
              </a:ext>
            </a:extLst>
          </p:cNvPr>
          <p:cNvSpPr>
            <a:spLocks noGrp="1"/>
          </p:cNvSpPr>
          <p:nvPr>
            <p:ph type="pic" sz="quarter" idx="10"/>
          </p:nvPr>
        </p:nvSpPr>
        <p:spPr>
          <a:xfrm>
            <a:off x="0" y="800102"/>
            <a:ext cx="3187700" cy="5257796"/>
          </a:xfrm>
          <a:custGeom>
            <a:avLst/>
            <a:gdLst>
              <a:gd name="connsiteX0" fmla="*/ 0 w 5791200"/>
              <a:gd name="connsiteY0" fmla="*/ 0 h 5257796"/>
              <a:gd name="connsiteX1" fmla="*/ 5664172 w 5791200"/>
              <a:gd name="connsiteY1" fmla="*/ 0 h 5257796"/>
              <a:gd name="connsiteX2" fmla="*/ 5791200 w 5791200"/>
              <a:gd name="connsiteY2" fmla="*/ 127028 h 5257796"/>
              <a:gd name="connsiteX3" fmla="*/ 5791200 w 5791200"/>
              <a:gd name="connsiteY3" fmla="*/ 5130771 h 5257796"/>
              <a:gd name="connsiteX4" fmla="*/ 5713617 w 5791200"/>
              <a:gd name="connsiteY4" fmla="*/ 5247817 h 5257796"/>
              <a:gd name="connsiteX5" fmla="*/ 5664187 w 5791200"/>
              <a:gd name="connsiteY5" fmla="*/ 5257796 h 5257796"/>
              <a:gd name="connsiteX6" fmla="*/ 0 w 5791200"/>
              <a:gd name="connsiteY6" fmla="*/ 5257796 h 525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91200" h="5257796">
                <a:moveTo>
                  <a:pt x="0" y="0"/>
                </a:moveTo>
                <a:lnTo>
                  <a:pt x="5664172" y="0"/>
                </a:lnTo>
                <a:cubicBezTo>
                  <a:pt x="5734328" y="0"/>
                  <a:pt x="5791200" y="56872"/>
                  <a:pt x="5791200" y="127028"/>
                </a:cubicBezTo>
                <a:lnTo>
                  <a:pt x="5791200" y="5130771"/>
                </a:lnTo>
                <a:cubicBezTo>
                  <a:pt x="5791200" y="5183388"/>
                  <a:pt x="5759210" y="5228533"/>
                  <a:pt x="5713617" y="5247817"/>
                </a:cubicBezTo>
                <a:lnTo>
                  <a:pt x="5664187" y="5257796"/>
                </a:lnTo>
                <a:lnTo>
                  <a:pt x="0" y="5257796"/>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366175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434C385B-38B7-A6FA-C7FE-560F8A702EB0}"/>
              </a:ext>
            </a:extLst>
          </p:cNvPr>
          <p:cNvSpPr>
            <a:spLocks noGrp="1"/>
          </p:cNvSpPr>
          <p:nvPr>
            <p:ph type="pic" sz="quarter" idx="10" hasCustomPrompt="1"/>
          </p:nvPr>
        </p:nvSpPr>
        <p:spPr>
          <a:xfrm>
            <a:off x="2121499" y="800100"/>
            <a:ext cx="3392126" cy="5257800"/>
          </a:xfrm>
          <a:prstGeom prst="roundRect">
            <a:avLst>
              <a:gd name="adj" fmla="val 4707"/>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23924773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79AB4610-EA5C-A14B-C8B2-A739B6296782}"/>
              </a:ext>
            </a:extLst>
          </p:cNvPr>
          <p:cNvSpPr>
            <a:spLocks noGrp="1"/>
          </p:cNvSpPr>
          <p:nvPr>
            <p:ph type="pic" sz="quarter" idx="10" hasCustomPrompt="1"/>
          </p:nvPr>
        </p:nvSpPr>
        <p:spPr>
          <a:xfrm>
            <a:off x="6140344" y="-128855"/>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12">
            <a:extLst>
              <a:ext uri="{FF2B5EF4-FFF2-40B4-BE49-F238E27FC236}">
                <a16:creationId xmlns:a16="http://schemas.microsoft.com/office/drawing/2014/main" id="{C5D415D7-6925-265A-9333-E4BCC3E441A9}"/>
              </a:ext>
            </a:extLst>
          </p:cNvPr>
          <p:cNvSpPr>
            <a:spLocks noGrp="1"/>
          </p:cNvSpPr>
          <p:nvPr>
            <p:ph type="pic" sz="quarter" idx="11" hasCustomPrompt="1"/>
          </p:nvPr>
        </p:nvSpPr>
        <p:spPr>
          <a:xfrm>
            <a:off x="6140344" y="3013554"/>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5" name="Picture Placeholder 13">
            <a:extLst>
              <a:ext uri="{FF2B5EF4-FFF2-40B4-BE49-F238E27FC236}">
                <a16:creationId xmlns:a16="http://schemas.microsoft.com/office/drawing/2014/main" id="{5D151BD0-BE97-A2F5-97CB-51DE54AD4BD3}"/>
              </a:ext>
            </a:extLst>
          </p:cNvPr>
          <p:cNvSpPr>
            <a:spLocks noGrp="1"/>
          </p:cNvSpPr>
          <p:nvPr>
            <p:ph type="pic" sz="quarter" idx="12" hasCustomPrompt="1"/>
          </p:nvPr>
        </p:nvSpPr>
        <p:spPr>
          <a:xfrm>
            <a:off x="8631828" y="863366"/>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6" name="Picture Placeholder 14">
            <a:extLst>
              <a:ext uri="{FF2B5EF4-FFF2-40B4-BE49-F238E27FC236}">
                <a16:creationId xmlns:a16="http://schemas.microsoft.com/office/drawing/2014/main" id="{32B81533-5524-13DF-33B1-7B5B4066FAE6}"/>
              </a:ext>
            </a:extLst>
          </p:cNvPr>
          <p:cNvSpPr>
            <a:spLocks noGrp="1"/>
          </p:cNvSpPr>
          <p:nvPr>
            <p:ph type="pic" sz="quarter" idx="13" hasCustomPrompt="1"/>
          </p:nvPr>
        </p:nvSpPr>
        <p:spPr>
          <a:xfrm>
            <a:off x="8631828" y="4005776"/>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14804710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DC67764-31F6-85B9-255F-E00670723D10}"/>
              </a:ext>
            </a:extLst>
          </p:cNvPr>
          <p:cNvSpPr>
            <a:spLocks noGrp="1"/>
          </p:cNvSpPr>
          <p:nvPr>
            <p:ph type="pic" sz="quarter" idx="11"/>
          </p:nvPr>
        </p:nvSpPr>
        <p:spPr>
          <a:xfrm rot="1800000">
            <a:off x="865137" y="-2554781"/>
            <a:ext cx="2514600" cy="3556000"/>
          </a:xfrm>
          <a:prstGeom prst="roundRect">
            <a:avLst>
              <a:gd name="adj" fmla="val 6340"/>
            </a:avLst>
          </a:prstGeom>
          <a:solidFill>
            <a:schemeClr val="bg1">
              <a:alpha val="22000"/>
            </a:schemeClr>
          </a:solidFill>
        </p:spPr>
        <p:txBody>
          <a:bodyPr/>
          <a:lstStyle/>
          <a:p>
            <a:r>
              <a:rPr lang="en-US"/>
              <a:t>Click icon to add picture</a:t>
            </a:r>
          </a:p>
        </p:txBody>
      </p:sp>
      <p:sp>
        <p:nvSpPr>
          <p:cNvPr id="4" name="Picture Placeholder 2">
            <a:extLst>
              <a:ext uri="{FF2B5EF4-FFF2-40B4-BE49-F238E27FC236}">
                <a16:creationId xmlns:a16="http://schemas.microsoft.com/office/drawing/2014/main" id="{4B2CD1D0-D24F-0040-7562-AC61C1B678D1}"/>
              </a:ext>
            </a:extLst>
          </p:cNvPr>
          <p:cNvSpPr>
            <a:spLocks noGrp="1"/>
          </p:cNvSpPr>
          <p:nvPr>
            <p:ph type="pic" sz="quarter" idx="12"/>
          </p:nvPr>
        </p:nvSpPr>
        <p:spPr>
          <a:xfrm rot="1800000">
            <a:off x="-1112718" y="874219"/>
            <a:ext cx="2514600" cy="3556000"/>
          </a:xfrm>
          <a:prstGeom prst="roundRect">
            <a:avLst>
              <a:gd name="adj" fmla="val 4763"/>
            </a:avLst>
          </a:prstGeom>
          <a:solidFill>
            <a:schemeClr val="bg1">
              <a:alpha val="22000"/>
            </a:schemeClr>
          </a:solidFill>
        </p:spPr>
        <p:txBody>
          <a:bodyPr/>
          <a:lstStyle/>
          <a:p>
            <a:r>
              <a:rPr lang="en-US"/>
              <a:t>Click icon to add picture</a:t>
            </a:r>
          </a:p>
        </p:txBody>
      </p:sp>
      <p:sp>
        <p:nvSpPr>
          <p:cNvPr id="5" name="Picture Placeholder 2">
            <a:extLst>
              <a:ext uri="{FF2B5EF4-FFF2-40B4-BE49-F238E27FC236}">
                <a16:creationId xmlns:a16="http://schemas.microsoft.com/office/drawing/2014/main" id="{ADBC4A0D-A5D6-2995-1319-99F7E56CC751}"/>
              </a:ext>
            </a:extLst>
          </p:cNvPr>
          <p:cNvSpPr>
            <a:spLocks noGrp="1"/>
          </p:cNvSpPr>
          <p:nvPr>
            <p:ph type="pic" sz="quarter" idx="14"/>
          </p:nvPr>
        </p:nvSpPr>
        <p:spPr>
          <a:xfrm rot="1800000">
            <a:off x="4040068" y="-2317742"/>
            <a:ext cx="2514600" cy="3556000"/>
          </a:xfrm>
          <a:prstGeom prst="roundRect">
            <a:avLst>
              <a:gd name="adj" fmla="val 6051"/>
            </a:avLst>
          </a:prstGeom>
          <a:solidFill>
            <a:schemeClr val="bg1">
              <a:alpha val="22000"/>
            </a:schemeClr>
          </a:solidFill>
        </p:spPr>
        <p:txBody>
          <a:bodyPr/>
          <a:lstStyle/>
          <a:p>
            <a:r>
              <a:rPr lang="en-US"/>
              <a:t>Click icon to add picture</a:t>
            </a:r>
          </a:p>
        </p:txBody>
      </p:sp>
      <p:sp>
        <p:nvSpPr>
          <p:cNvPr id="6" name="Picture Placeholder 2">
            <a:extLst>
              <a:ext uri="{FF2B5EF4-FFF2-40B4-BE49-F238E27FC236}">
                <a16:creationId xmlns:a16="http://schemas.microsoft.com/office/drawing/2014/main" id="{689D0DE2-4A50-BB09-3EB2-86C6DA4860ED}"/>
              </a:ext>
            </a:extLst>
          </p:cNvPr>
          <p:cNvSpPr>
            <a:spLocks noGrp="1"/>
          </p:cNvSpPr>
          <p:nvPr>
            <p:ph type="pic" sz="quarter" idx="15"/>
          </p:nvPr>
        </p:nvSpPr>
        <p:spPr>
          <a:xfrm rot="1800000">
            <a:off x="2062214" y="1073322"/>
            <a:ext cx="2514600" cy="3556000"/>
          </a:xfrm>
          <a:prstGeom prst="roundRect">
            <a:avLst>
              <a:gd name="adj" fmla="val 5417"/>
            </a:avLst>
          </a:prstGeom>
          <a:solidFill>
            <a:schemeClr val="bg1">
              <a:alpha val="22000"/>
            </a:schemeClr>
          </a:solidFill>
        </p:spPr>
        <p:txBody>
          <a:bodyPr/>
          <a:lstStyle/>
          <a:p>
            <a:r>
              <a:rPr lang="en-US"/>
              <a:t>Click icon to add picture</a:t>
            </a:r>
          </a:p>
        </p:txBody>
      </p:sp>
      <p:sp>
        <p:nvSpPr>
          <p:cNvPr id="7" name="Picture Placeholder 2">
            <a:extLst>
              <a:ext uri="{FF2B5EF4-FFF2-40B4-BE49-F238E27FC236}">
                <a16:creationId xmlns:a16="http://schemas.microsoft.com/office/drawing/2014/main" id="{3ADEDB56-8C99-B762-03C0-35222FDC3C07}"/>
              </a:ext>
            </a:extLst>
          </p:cNvPr>
          <p:cNvSpPr>
            <a:spLocks noGrp="1"/>
          </p:cNvSpPr>
          <p:nvPr>
            <p:ph type="pic" sz="quarter" idx="16"/>
          </p:nvPr>
        </p:nvSpPr>
        <p:spPr>
          <a:xfrm rot="1800000">
            <a:off x="84359" y="4502322"/>
            <a:ext cx="2514600" cy="3556000"/>
          </a:xfrm>
          <a:prstGeom prst="roundRect">
            <a:avLst>
              <a:gd name="adj" fmla="val 5974"/>
            </a:avLst>
          </a:prstGeom>
          <a:solidFill>
            <a:schemeClr val="bg1">
              <a:alpha val="22000"/>
            </a:schemeClr>
          </a:solidFill>
        </p:spPr>
        <p:txBody>
          <a:bodyPr/>
          <a:lstStyle/>
          <a:p>
            <a:r>
              <a:rPr lang="en-US"/>
              <a:t>Click icon to add picture</a:t>
            </a:r>
          </a:p>
        </p:txBody>
      </p:sp>
      <p:sp>
        <p:nvSpPr>
          <p:cNvPr id="8" name="Picture Placeholder 2">
            <a:extLst>
              <a:ext uri="{FF2B5EF4-FFF2-40B4-BE49-F238E27FC236}">
                <a16:creationId xmlns:a16="http://schemas.microsoft.com/office/drawing/2014/main" id="{DFFFA151-16A1-9B98-1703-DF3BD76A580C}"/>
              </a:ext>
            </a:extLst>
          </p:cNvPr>
          <p:cNvSpPr>
            <a:spLocks noGrp="1"/>
          </p:cNvSpPr>
          <p:nvPr>
            <p:ph type="pic" sz="quarter" idx="18"/>
          </p:nvPr>
        </p:nvSpPr>
        <p:spPr>
          <a:xfrm rot="1800000">
            <a:off x="7636594" y="-2813092"/>
            <a:ext cx="2514600" cy="3556000"/>
          </a:xfrm>
          <a:prstGeom prst="roundRect">
            <a:avLst>
              <a:gd name="adj" fmla="val 5417"/>
            </a:avLst>
          </a:prstGeom>
          <a:solidFill>
            <a:schemeClr val="bg1">
              <a:alpha val="22000"/>
            </a:schemeClr>
          </a:solidFill>
        </p:spPr>
        <p:txBody>
          <a:bodyPr/>
          <a:lstStyle/>
          <a:p>
            <a:r>
              <a:rPr lang="en-US"/>
              <a:t>Click icon to add picture</a:t>
            </a:r>
          </a:p>
        </p:txBody>
      </p:sp>
      <p:sp>
        <p:nvSpPr>
          <p:cNvPr id="9" name="Picture Placeholder 2">
            <a:extLst>
              <a:ext uri="{FF2B5EF4-FFF2-40B4-BE49-F238E27FC236}">
                <a16:creationId xmlns:a16="http://schemas.microsoft.com/office/drawing/2014/main" id="{4F24E493-FD2C-0CC0-BC30-05A369396158}"/>
              </a:ext>
            </a:extLst>
          </p:cNvPr>
          <p:cNvSpPr>
            <a:spLocks noGrp="1"/>
          </p:cNvSpPr>
          <p:nvPr>
            <p:ph type="pic" sz="quarter" idx="19"/>
          </p:nvPr>
        </p:nvSpPr>
        <p:spPr>
          <a:xfrm rot="1800000">
            <a:off x="5658740" y="577972"/>
            <a:ext cx="2514600" cy="3556000"/>
          </a:xfrm>
          <a:prstGeom prst="roundRect">
            <a:avLst>
              <a:gd name="adj" fmla="val 5706"/>
            </a:avLst>
          </a:prstGeom>
          <a:solidFill>
            <a:schemeClr val="bg1">
              <a:alpha val="22000"/>
            </a:schemeClr>
          </a:solidFill>
        </p:spPr>
        <p:txBody>
          <a:bodyPr/>
          <a:lstStyle/>
          <a:p>
            <a:r>
              <a:rPr lang="en-US"/>
              <a:t>Click icon to add picture</a:t>
            </a:r>
          </a:p>
        </p:txBody>
      </p:sp>
      <p:sp>
        <p:nvSpPr>
          <p:cNvPr id="10" name="Picture Placeholder 2">
            <a:extLst>
              <a:ext uri="{FF2B5EF4-FFF2-40B4-BE49-F238E27FC236}">
                <a16:creationId xmlns:a16="http://schemas.microsoft.com/office/drawing/2014/main" id="{3DD47531-16FF-CA7B-3671-97557273E66C}"/>
              </a:ext>
            </a:extLst>
          </p:cNvPr>
          <p:cNvSpPr>
            <a:spLocks noGrp="1"/>
          </p:cNvSpPr>
          <p:nvPr>
            <p:ph type="pic" sz="quarter" idx="20"/>
          </p:nvPr>
        </p:nvSpPr>
        <p:spPr>
          <a:xfrm rot="1800000">
            <a:off x="3680885" y="4006972"/>
            <a:ext cx="2514600" cy="3556000"/>
          </a:xfrm>
          <a:prstGeom prst="roundRect">
            <a:avLst>
              <a:gd name="adj" fmla="val 4763"/>
            </a:avLst>
          </a:prstGeom>
          <a:solidFill>
            <a:schemeClr val="bg1">
              <a:alpha val="22000"/>
            </a:schemeClr>
          </a:solidFill>
        </p:spPr>
        <p:txBody>
          <a:bodyPr/>
          <a:lstStyle/>
          <a:p>
            <a:r>
              <a:rPr lang="en-US"/>
              <a:t>Click icon to add picture</a:t>
            </a:r>
          </a:p>
        </p:txBody>
      </p:sp>
      <p:sp>
        <p:nvSpPr>
          <p:cNvPr id="11" name="Picture Placeholder 2">
            <a:extLst>
              <a:ext uri="{FF2B5EF4-FFF2-40B4-BE49-F238E27FC236}">
                <a16:creationId xmlns:a16="http://schemas.microsoft.com/office/drawing/2014/main" id="{48728A01-5172-2DB3-5F5F-BFFB513CB06B}"/>
              </a:ext>
            </a:extLst>
          </p:cNvPr>
          <p:cNvSpPr>
            <a:spLocks noGrp="1"/>
          </p:cNvSpPr>
          <p:nvPr>
            <p:ph type="pic" sz="quarter" idx="22"/>
          </p:nvPr>
        </p:nvSpPr>
        <p:spPr>
          <a:xfrm rot="1800000">
            <a:off x="10839723" y="-2654772"/>
            <a:ext cx="2514600" cy="3556000"/>
          </a:xfrm>
          <a:prstGeom prst="roundRect">
            <a:avLst>
              <a:gd name="adj" fmla="val 6417"/>
            </a:avLst>
          </a:prstGeom>
          <a:solidFill>
            <a:schemeClr val="bg1">
              <a:alpha val="22000"/>
            </a:schemeClr>
          </a:solidFill>
        </p:spPr>
        <p:txBody>
          <a:bodyPr/>
          <a:lstStyle/>
          <a:p>
            <a:r>
              <a:rPr lang="en-US"/>
              <a:t>Click icon to add picture</a:t>
            </a:r>
          </a:p>
        </p:txBody>
      </p:sp>
      <p:sp>
        <p:nvSpPr>
          <p:cNvPr id="12" name="Picture Placeholder 2">
            <a:extLst>
              <a:ext uri="{FF2B5EF4-FFF2-40B4-BE49-F238E27FC236}">
                <a16:creationId xmlns:a16="http://schemas.microsoft.com/office/drawing/2014/main" id="{0D044CCD-E2EB-0CED-204B-6C932187EE89}"/>
              </a:ext>
            </a:extLst>
          </p:cNvPr>
          <p:cNvSpPr>
            <a:spLocks noGrp="1"/>
          </p:cNvSpPr>
          <p:nvPr>
            <p:ph type="pic" sz="quarter" idx="23"/>
          </p:nvPr>
        </p:nvSpPr>
        <p:spPr>
          <a:xfrm rot="1800000">
            <a:off x="8861869" y="736292"/>
            <a:ext cx="2514600" cy="3556000"/>
          </a:xfrm>
          <a:prstGeom prst="roundRect">
            <a:avLst>
              <a:gd name="adj" fmla="val 5995"/>
            </a:avLst>
          </a:prstGeom>
          <a:solidFill>
            <a:schemeClr val="bg1">
              <a:alpha val="22000"/>
            </a:schemeClr>
          </a:solidFill>
        </p:spPr>
        <p:txBody>
          <a:bodyPr/>
          <a:lstStyle/>
          <a:p>
            <a:r>
              <a:rPr lang="en-US"/>
              <a:t>Click icon to add picture</a:t>
            </a:r>
          </a:p>
        </p:txBody>
      </p:sp>
      <p:sp>
        <p:nvSpPr>
          <p:cNvPr id="13" name="Picture Placeholder 2">
            <a:extLst>
              <a:ext uri="{FF2B5EF4-FFF2-40B4-BE49-F238E27FC236}">
                <a16:creationId xmlns:a16="http://schemas.microsoft.com/office/drawing/2014/main" id="{264E47C0-44DE-6191-1402-4A4C39C16F0E}"/>
              </a:ext>
            </a:extLst>
          </p:cNvPr>
          <p:cNvSpPr>
            <a:spLocks noGrp="1"/>
          </p:cNvSpPr>
          <p:nvPr>
            <p:ph type="pic" sz="quarter" idx="24"/>
          </p:nvPr>
        </p:nvSpPr>
        <p:spPr>
          <a:xfrm rot="1800000">
            <a:off x="6884014" y="4165292"/>
            <a:ext cx="2514600" cy="3556000"/>
          </a:xfrm>
          <a:prstGeom prst="roundRect">
            <a:avLst>
              <a:gd name="adj" fmla="val 5551"/>
            </a:avLst>
          </a:prstGeom>
          <a:solidFill>
            <a:schemeClr val="bg1">
              <a:alpha val="22000"/>
            </a:schemeClr>
          </a:solidFill>
        </p:spPr>
        <p:txBody>
          <a:bodyPr/>
          <a:lstStyle/>
          <a:p>
            <a:r>
              <a:rPr lang="en-US"/>
              <a:t>Click icon to add picture</a:t>
            </a:r>
          </a:p>
        </p:txBody>
      </p:sp>
      <p:sp>
        <p:nvSpPr>
          <p:cNvPr id="14" name="Picture Placeholder 2">
            <a:extLst>
              <a:ext uri="{FF2B5EF4-FFF2-40B4-BE49-F238E27FC236}">
                <a16:creationId xmlns:a16="http://schemas.microsoft.com/office/drawing/2014/main" id="{D37C95DB-CED8-436A-AB32-E4B678667870}"/>
              </a:ext>
            </a:extLst>
          </p:cNvPr>
          <p:cNvSpPr>
            <a:spLocks noGrp="1"/>
          </p:cNvSpPr>
          <p:nvPr>
            <p:ph type="pic" sz="quarter" idx="26"/>
          </p:nvPr>
        </p:nvSpPr>
        <p:spPr>
          <a:xfrm rot="1800000">
            <a:off x="12203746" y="736292"/>
            <a:ext cx="2514600" cy="3556000"/>
          </a:xfrm>
          <a:prstGeom prst="roundRect">
            <a:avLst>
              <a:gd name="adj" fmla="val 4629"/>
            </a:avLst>
          </a:prstGeom>
          <a:solidFill>
            <a:schemeClr val="bg1">
              <a:alpha val="22000"/>
            </a:schemeClr>
          </a:solidFill>
        </p:spPr>
        <p:txBody>
          <a:bodyPr/>
          <a:lstStyle/>
          <a:p>
            <a:r>
              <a:rPr lang="en-US"/>
              <a:t>Click icon to add picture</a:t>
            </a:r>
          </a:p>
        </p:txBody>
      </p:sp>
      <p:sp>
        <p:nvSpPr>
          <p:cNvPr id="15" name="Picture Placeholder 2">
            <a:extLst>
              <a:ext uri="{FF2B5EF4-FFF2-40B4-BE49-F238E27FC236}">
                <a16:creationId xmlns:a16="http://schemas.microsoft.com/office/drawing/2014/main" id="{82E5958C-B18B-6C7E-2E1F-1F9A9944A1E6}"/>
              </a:ext>
            </a:extLst>
          </p:cNvPr>
          <p:cNvSpPr>
            <a:spLocks noGrp="1"/>
          </p:cNvSpPr>
          <p:nvPr>
            <p:ph type="pic" sz="quarter" idx="27"/>
          </p:nvPr>
        </p:nvSpPr>
        <p:spPr>
          <a:xfrm rot="1800000">
            <a:off x="10225892" y="4127356"/>
            <a:ext cx="2514600" cy="3556000"/>
          </a:xfrm>
          <a:prstGeom prst="roundRect">
            <a:avLst>
              <a:gd name="adj" fmla="val 2840"/>
            </a:avLst>
          </a:prstGeom>
          <a:solidFill>
            <a:schemeClr val="bg1">
              <a:alpha val="22000"/>
            </a:schemeClr>
          </a:solidFill>
        </p:spPr>
        <p:txBody>
          <a:bodyPr/>
          <a:lstStyle/>
          <a:p>
            <a:r>
              <a:rPr lang="en-US"/>
              <a:t>Click icon to add picture</a:t>
            </a:r>
          </a:p>
        </p:txBody>
      </p:sp>
    </p:spTree>
    <p:extLst>
      <p:ext uri="{BB962C8B-B14F-4D97-AF65-F5344CB8AC3E}">
        <p14:creationId xmlns:p14="http://schemas.microsoft.com/office/powerpoint/2010/main" val="19540833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AC7BCD8-BBB5-912E-C700-F713B439165B}"/>
              </a:ext>
            </a:extLst>
          </p:cNvPr>
          <p:cNvGrpSpPr/>
          <p:nvPr/>
        </p:nvGrpSpPr>
        <p:grpSpPr>
          <a:xfrm rot="5788864">
            <a:off x="9620157" y="1363117"/>
            <a:ext cx="4630512" cy="3324978"/>
            <a:chOff x="1235075" y="2056498"/>
            <a:chExt cx="4630512" cy="3324978"/>
          </a:xfrm>
        </p:grpSpPr>
        <p:sp>
          <p:nvSpPr>
            <p:cNvPr id="13" name="Oval 12">
              <a:extLst>
                <a:ext uri="{FF2B5EF4-FFF2-40B4-BE49-F238E27FC236}">
                  <a16:creationId xmlns:a16="http://schemas.microsoft.com/office/drawing/2014/main" id="{0986C22A-B506-C2BB-F2CD-68ABE6B3BC2D}"/>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4" name="Oval 13">
              <a:extLst>
                <a:ext uri="{FF2B5EF4-FFF2-40B4-BE49-F238E27FC236}">
                  <a16:creationId xmlns:a16="http://schemas.microsoft.com/office/drawing/2014/main" id="{415B9520-605C-85F1-8B92-A1D7D2A09119}"/>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5" name="Group 4">
            <a:extLst>
              <a:ext uri="{FF2B5EF4-FFF2-40B4-BE49-F238E27FC236}">
                <a16:creationId xmlns:a16="http://schemas.microsoft.com/office/drawing/2014/main" id="{7E562BAC-D68F-F8C9-8A69-A89856C9F917}"/>
              </a:ext>
            </a:extLst>
          </p:cNvPr>
          <p:cNvGrpSpPr/>
          <p:nvPr/>
        </p:nvGrpSpPr>
        <p:grpSpPr>
          <a:xfrm rot="7912563">
            <a:off x="5449291" y="4371838"/>
            <a:ext cx="4630512" cy="3324978"/>
            <a:chOff x="1235075" y="2056498"/>
            <a:chExt cx="4630512" cy="3324978"/>
          </a:xfrm>
        </p:grpSpPr>
        <p:sp>
          <p:nvSpPr>
            <p:cNvPr id="6" name="Oval 5">
              <a:extLst>
                <a:ext uri="{FF2B5EF4-FFF2-40B4-BE49-F238E27FC236}">
                  <a16:creationId xmlns:a16="http://schemas.microsoft.com/office/drawing/2014/main" id="{3D7DF35E-0251-13B5-4E77-6EF8E74F498B}"/>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7" name="Oval 6">
              <a:extLst>
                <a:ext uri="{FF2B5EF4-FFF2-40B4-BE49-F238E27FC236}">
                  <a16:creationId xmlns:a16="http://schemas.microsoft.com/office/drawing/2014/main" id="{0C2F3FD2-54EC-5B99-E659-6951BE42FDDB}"/>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8" name="Oval 7">
            <a:extLst>
              <a:ext uri="{FF2B5EF4-FFF2-40B4-BE49-F238E27FC236}">
                <a16:creationId xmlns:a16="http://schemas.microsoft.com/office/drawing/2014/main" id="{BCCAD2E7-7727-034B-C7F0-24F51FCD2612}"/>
              </a:ext>
            </a:extLst>
          </p:cNvPr>
          <p:cNvSpPr/>
          <p:nvPr/>
        </p:nvSpPr>
        <p:spPr>
          <a:xfrm>
            <a:off x="8072186" y="1537574"/>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9" name="Group 8">
            <a:extLst>
              <a:ext uri="{FF2B5EF4-FFF2-40B4-BE49-F238E27FC236}">
                <a16:creationId xmlns:a16="http://schemas.microsoft.com/office/drawing/2014/main" id="{E7AF0B6F-993F-074F-F0EA-B8C53DEA305C}"/>
              </a:ext>
            </a:extLst>
          </p:cNvPr>
          <p:cNvGrpSpPr/>
          <p:nvPr/>
        </p:nvGrpSpPr>
        <p:grpSpPr>
          <a:xfrm rot="12431310">
            <a:off x="9172153" y="-897315"/>
            <a:ext cx="4630512" cy="3324978"/>
            <a:chOff x="1235075" y="2056498"/>
            <a:chExt cx="4630512" cy="3324978"/>
          </a:xfrm>
        </p:grpSpPr>
        <p:sp>
          <p:nvSpPr>
            <p:cNvPr id="10" name="Oval 9">
              <a:extLst>
                <a:ext uri="{FF2B5EF4-FFF2-40B4-BE49-F238E27FC236}">
                  <a16:creationId xmlns:a16="http://schemas.microsoft.com/office/drawing/2014/main" id="{CF9AF289-372E-E6B7-9491-53ED52EC9FCC}"/>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1" name="Oval 10">
              <a:extLst>
                <a:ext uri="{FF2B5EF4-FFF2-40B4-BE49-F238E27FC236}">
                  <a16:creationId xmlns:a16="http://schemas.microsoft.com/office/drawing/2014/main" id="{D163C761-BEFE-7968-010C-B639D83B4197}"/>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4" name="Freeform: Shape 3">
            <a:extLst>
              <a:ext uri="{FF2B5EF4-FFF2-40B4-BE49-F238E27FC236}">
                <a16:creationId xmlns:a16="http://schemas.microsoft.com/office/drawing/2014/main" id="{46A939C4-D05C-E117-688F-83E01583B556}"/>
              </a:ext>
            </a:extLst>
          </p:cNvPr>
          <p:cNvSpPr/>
          <p:nvPr/>
        </p:nvSpPr>
        <p:spPr>
          <a:xfrm>
            <a:off x="0" y="0"/>
            <a:ext cx="12192000" cy="6858000"/>
          </a:xfrm>
          <a:custGeom>
            <a:avLst/>
            <a:gdLst>
              <a:gd name="connsiteX0" fmla="*/ 0 w 12071901"/>
              <a:gd name="connsiteY0" fmla="*/ 0 h 6858000"/>
              <a:gd name="connsiteX1" fmla="*/ 12071901 w 12071901"/>
              <a:gd name="connsiteY1" fmla="*/ 0 h 6858000"/>
              <a:gd name="connsiteX2" fmla="*/ 12071901 w 12071901"/>
              <a:gd name="connsiteY2" fmla="*/ 771371 h 6858000"/>
              <a:gd name="connsiteX3" fmla="*/ 11965418 w 12071901"/>
              <a:gd name="connsiteY3" fmla="*/ 797841 h 6858000"/>
              <a:gd name="connsiteX4" fmla="*/ 9834691 w 12071901"/>
              <a:gd name="connsiteY4" fmla="*/ 1060011 h 6858000"/>
              <a:gd name="connsiteX5" fmla="*/ 7967422 w 12071901"/>
              <a:gd name="connsiteY5" fmla="*/ 5142294 h 6858000"/>
              <a:gd name="connsiteX6" fmla="*/ 6014576 w 12071901"/>
              <a:gd name="connsiteY6" fmla="*/ 6726986 h 6858000"/>
              <a:gd name="connsiteX7" fmla="*/ 5858757 w 12071901"/>
              <a:gd name="connsiteY7" fmla="*/ 6858000 h 6858000"/>
              <a:gd name="connsiteX8" fmla="*/ 0 w 120719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71901" h="6858000">
                <a:moveTo>
                  <a:pt x="0" y="0"/>
                </a:moveTo>
                <a:lnTo>
                  <a:pt x="12071901" y="0"/>
                </a:lnTo>
                <a:lnTo>
                  <a:pt x="12071901" y="771371"/>
                </a:lnTo>
                <a:lnTo>
                  <a:pt x="11965418" y="797841"/>
                </a:lnTo>
                <a:cubicBezTo>
                  <a:pt x="11242708" y="923208"/>
                  <a:pt x="10418997" y="469648"/>
                  <a:pt x="9834691" y="1060011"/>
                </a:cubicBezTo>
                <a:cubicBezTo>
                  <a:pt x="9055622" y="1847162"/>
                  <a:pt x="8750580" y="4035180"/>
                  <a:pt x="7967422" y="5142294"/>
                </a:cubicBezTo>
                <a:cubicBezTo>
                  <a:pt x="7429001" y="5903436"/>
                  <a:pt x="6697631" y="6183012"/>
                  <a:pt x="6014576" y="6726986"/>
                </a:cubicBezTo>
                <a:lnTo>
                  <a:pt x="5858757" y="6858000"/>
                </a:lnTo>
                <a:lnTo>
                  <a:pt x="0" y="685800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grpSp>
        <p:nvGrpSpPr>
          <p:cNvPr id="15" name="Group 14">
            <a:extLst>
              <a:ext uri="{FF2B5EF4-FFF2-40B4-BE49-F238E27FC236}">
                <a16:creationId xmlns:a16="http://schemas.microsoft.com/office/drawing/2014/main" id="{52F0B6B8-79AC-C3DD-5C66-CE304269FB4D}"/>
              </a:ext>
            </a:extLst>
          </p:cNvPr>
          <p:cNvGrpSpPr/>
          <p:nvPr/>
        </p:nvGrpSpPr>
        <p:grpSpPr>
          <a:xfrm rot="7912563">
            <a:off x="8749999" y="4943552"/>
            <a:ext cx="4630512" cy="3324978"/>
            <a:chOff x="1235075" y="2056498"/>
            <a:chExt cx="4630512" cy="3324978"/>
          </a:xfrm>
        </p:grpSpPr>
        <p:sp>
          <p:nvSpPr>
            <p:cNvPr id="16" name="Oval 15">
              <a:extLst>
                <a:ext uri="{FF2B5EF4-FFF2-40B4-BE49-F238E27FC236}">
                  <a16:creationId xmlns:a16="http://schemas.microsoft.com/office/drawing/2014/main" id="{73D9FA53-17A2-CE0C-D8CC-68AA6D24BCB4}"/>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7" name="Oval 16">
              <a:extLst>
                <a:ext uri="{FF2B5EF4-FFF2-40B4-BE49-F238E27FC236}">
                  <a16:creationId xmlns:a16="http://schemas.microsoft.com/office/drawing/2014/main" id="{5E02FA8B-E072-98C5-AD3E-DB4929B7FC16}"/>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18" name="Picture Placeholder 43">
            <a:extLst>
              <a:ext uri="{FF2B5EF4-FFF2-40B4-BE49-F238E27FC236}">
                <a16:creationId xmlns:a16="http://schemas.microsoft.com/office/drawing/2014/main" id="{B7C72A2E-E9DE-5E20-B6E3-7889A575CFE4}"/>
              </a:ext>
            </a:extLst>
          </p:cNvPr>
          <p:cNvSpPr>
            <a:spLocks noGrp="1"/>
          </p:cNvSpPr>
          <p:nvPr>
            <p:ph type="pic" sz="quarter" idx="10"/>
          </p:nvPr>
        </p:nvSpPr>
        <p:spPr>
          <a:xfrm>
            <a:off x="6096000" y="1991275"/>
            <a:ext cx="5029199" cy="3367176"/>
          </a:xfrm>
          <a:custGeom>
            <a:avLst/>
            <a:gdLst>
              <a:gd name="connsiteX0" fmla="*/ 249654 w 4838700"/>
              <a:gd name="connsiteY0" fmla="*/ 0 h 4140200"/>
              <a:gd name="connsiteX1" fmla="*/ 4589046 w 4838700"/>
              <a:gd name="connsiteY1" fmla="*/ 0 h 4140200"/>
              <a:gd name="connsiteX2" fmla="*/ 4838700 w 4838700"/>
              <a:gd name="connsiteY2" fmla="*/ 249654 h 4140200"/>
              <a:gd name="connsiteX3" fmla="*/ 4838700 w 4838700"/>
              <a:gd name="connsiteY3" fmla="*/ 3890546 h 4140200"/>
              <a:gd name="connsiteX4" fmla="*/ 4589046 w 4838700"/>
              <a:gd name="connsiteY4" fmla="*/ 4140200 h 4140200"/>
              <a:gd name="connsiteX5" fmla="*/ 249654 w 4838700"/>
              <a:gd name="connsiteY5" fmla="*/ 4140200 h 4140200"/>
              <a:gd name="connsiteX6" fmla="*/ 0 w 4838700"/>
              <a:gd name="connsiteY6" fmla="*/ 3890546 h 4140200"/>
              <a:gd name="connsiteX7" fmla="*/ 0 w 4838700"/>
              <a:gd name="connsiteY7" fmla="*/ 249654 h 4140200"/>
              <a:gd name="connsiteX8" fmla="*/ 249654 w 4838700"/>
              <a:gd name="connsiteY8" fmla="*/ 0 h 414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8700" h="4140200">
                <a:moveTo>
                  <a:pt x="249654" y="0"/>
                </a:moveTo>
                <a:lnTo>
                  <a:pt x="4589046" y="0"/>
                </a:lnTo>
                <a:cubicBezTo>
                  <a:pt x="4726926" y="0"/>
                  <a:pt x="4838700" y="111774"/>
                  <a:pt x="4838700" y="249654"/>
                </a:cubicBezTo>
                <a:lnTo>
                  <a:pt x="4838700" y="3890546"/>
                </a:lnTo>
                <a:cubicBezTo>
                  <a:pt x="4838700" y="4028426"/>
                  <a:pt x="4726926" y="4140200"/>
                  <a:pt x="4589046" y="4140200"/>
                </a:cubicBezTo>
                <a:lnTo>
                  <a:pt x="249654" y="4140200"/>
                </a:lnTo>
                <a:cubicBezTo>
                  <a:pt x="111774" y="4140200"/>
                  <a:pt x="0" y="4028426"/>
                  <a:pt x="0" y="3890546"/>
                </a:cubicBezTo>
                <a:lnTo>
                  <a:pt x="0" y="249654"/>
                </a:lnTo>
                <a:cubicBezTo>
                  <a:pt x="0" y="111774"/>
                  <a:pt x="111774" y="0"/>
                  <a:pt x="249654" y="0"/>
                </a:cubicBezTo>
                <a:close/>
              </a:path>
            </a:pathLst>
          </a:custGeom>
          <a:solidFill>
            <a:schemeClr val="bg1">
              <a:lumMod val="95000"/>
            </a:schemeClr>
          </a:solidFill>
          <a:effectLst>
            <a:outerShdw blurRad="635000" dist="127000" dir="2700000" sx="95000" sy="95000" algn="tl" rotWithShape="0">
              <a:prstClr val="black">
                <a:alpha val="18000"/>
              </a:prstClr>
            </a:outerShdw>
          </a:effectLst>
        </p:spPr>
        <p:txBody>
          <a:bodyPr wrap="square" anchor="ctr">
            <a:noAutofit/>
          </a:bodyPr>
          <a:lstStyle>
            <a:lvl1pPr marL="0" indent="0" algn="ctr">
              <a:buNone/>
              <a:defRPr lang="en-US" b="0">
                <a:solidFill>
                  <a:schemeClr val="bg1">
                    <a:lumMod val="50000"/>
                  </a:schemeClr>
                </a:solidFill>
              </a:defRPr>
            </a:lvl1pPr>
          </a:lstStyle>
          <a:p>
            <a:pPr marL="228600" lvl="0" indent="-228600"/>
            <a:r>
              <a:rPr lang="en-US"/>
              <a:t>Click icon to add picture</a:t>
            </a:r>
            <a:endParaRPr lang="en-US" dirty="0"/>
          </a:p>
        </p:txBody>
      </p:sp>
    </p:spTree>
    <p:extLst>
      <p:ext uri="{BB962C8B-B14F-4D97-AF65-F5344CB8AC3E}">
        <p14:creationId xmlns:p14="http://schemas.microsoft.com/office/powerpoint/2010/main" val="8919263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1588475-84BC-61B8-C474-10604CD5BE82}"/>
              </a:ext>
            </a:extLst>
          </p:cNvPr>
          <p:cNvSpPr>
            <a:spLocks noGrp="1"/>
          </p:cNvSpPr>
          <p:nvPr>
            <p:ph type="pic" sz="quarter" idx="10" hasCustomPrompt="1"/>
          </p:nvPr>
        </p:nvSpPr>
        <p:spPr>
          <a:xfrm>
            <a:off x="7186073" y="1"/>
            <a:ext cx="5005927" cy="6857997"/>
          </a:xfrm>
          <a:custGeom>
            <a:avLst/>
            <a:gdLst>
              <a:gd name="connsiteX0" fmla="*/ 85041 w 5005927"/>
              <a:gd name="connsiteY0" fmla="*/ 0 h 6857997"/>
              <a:gd name="connsiteX1" fmla="*/ 5005927 w 5005927"/>
              <a:gd name="connsiteY1" fmla="*/ 0 h 6857997"/>
              <a:gd name="connsiteX2" fmla="*/ 5005927 w 5005927"/>
              <a:gd name="connsiteY2" fmla="*/ 6857997 h 6857997"/>
              <a:gd name="connsiteX3" fmla="*/ 85051 w 5005927"/>
              <a:gd name="connsiteY3" fmla="*/ 6857997 h 6857997"/>
              <a:gd name="connsiteX4" fmla="*/ 0 w 5005927"/>
              <a:gd name="connsiteY4" fmla="*/ 6772946 h 6857997"/>
              <a:gd name="connsiteX5" fmla="*/ 0 w 5005927"/>
              <a:gd name="connsiteY5" fmla="*/ 85049 h 6857997"/>
              <a:gd name="connsiteX6" fmla="*/ 51946 w 5005927"/>
              <a:gd name="connsiteY6" fmla="*/ 6682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05927" h="6857997">
                <a:moveTo>
                  <a:pt x="85041" y="0"/>
                </a:moveTo>
                <a:lnTo>
                  <a:pt x="5005927" y="0"/>
                </a:lnTo>
                <a:lnTo>
                  <a:pt x="5005927" y="6857997"/>
                </a:lnTo>
                <a:lnTo>
                  <a:pt x="85051" y="6857997"/>
                </a:lnTo>
                <a:cubicBezTo>
                  <a:pt x="38079" y="6857997"/>
                  <a:pt x="0" y="6819918"/>
                  <a:pt x="0" y="6772946"/>
                </a:cubicBezTo>
                <a:lnTo>
                  <a:pt x="0" y="85049"/>
                </a:lnTo>
                <a:cubicBezTo>
                  <a:pt x="0" y="49820"/>
                  <a:pt x="21420" y="19593"/>
                  <a:pt x="51946" y="6682"/>
                </a:cubicBezTo>
                <a:close/>
              </a:path>
            </a:pathLst>
          </a:custGeom>
          <a:solidFill>
            <a:schemeClr val="bg1">
              <a:lumMod val="95000"/>
              <a:alpha val="50000"/>
            </a:schemeClr>
          </a:solidFill>
        </p:spPr>
        <p:txBody>
          <a:bodyPr wrap="square" anchor="ctr">
            <a:noAutofit/>
          </a:bodyPr>
          <a:lstStyle>
            <a:lvl1pPr>
              <a:defRPr lang="en-US" sz="1600">
                <a:solidFill>
                  <a:schemeClr val="accent1">
                    <a:alpha val="50000"/>
                  </a:schemeClr>
                </a:solidFill>
                <a:latin typeface="+mj-lt"/>
              </a:defRPr>
            </a:lvl1pPr>
          </a:lstStyle>
          <a:p>
            <a:pPr marL="0" lvl="0" indent="0" algn="ctr">
              <a:buNone/>
            </a:pPr>
            <a:r>
              <a:rPr lang="en-US"/>
              <a:t>Image Placeholder</a:t>
            </a:r>
          </a:p>
        </p:txBody>
      </p:sp>
    </p:spTree>
    <p:extLst>
      <p:ext uri="{BB962C8B-B14F-4D97-AF65-F5344CB8AC3E}">
        <p14:creationId xmlns:p14="http://schemas.microsoft.com/office/powerpoint/2010/main" val="27201304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A12DFBF-0878-3C8F-3C48-089F469D7A00}"/>
              </a:ext>
            </a:extLst>
          </p:cNvPr>
          <p:cNvSpPr>
            <a:spLocks noGrp="1"/>
          </p:cNvSpPr>
          <p:nvPr>
            <p:ph type="pic" sz="quarter" idx="10" hasCustomPrompt="1"/>
          </p:nvPr>
        </p:nvSpPr>
        <p:spPr>
          <a:xfrm>
            <a:off x="1235075" y="2"/>
            <a:ext cx="4012110" cy="4848237"/>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33756114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3_Custom Layout">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C15BA3-7B5A-E96C-D97A-1EAA72FC2246}"/>
              </a:ext>
            </a:extLst>
          </p:cNvPr>
          <p:cNvSpPr txBox="1"/>
          <p:nvPr/>
        </p:nvSpPr>
        <p:spPr>
          <a:xfrm>
            <a:off x="241300" y="6360139"/>
            <a:ext cx="2416175" cy="230832"/>
          </a:xfrm>
          <a:prstGeom prst="rect">
            <a:avLst/>
          </a:prstGeom>
          <a:noFill/>
        </p:spPr>
        <p:txBody>
          <a:bodyPr wrap="square" anchor="ctr">
            <a:spAutoFit/>
          </a:bodyPr>
          <a:lstStyle/>
          <a:p>
            <a:pPr algn="l">
              <a:spcAft>
                <a:spcPts val="600"/>
              </a:spcAft>
            </a:pPr>
            <a:r>
              <a:rPr lang="en-US" sz="900" b="1">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BizPlus.</a:t>
            </a:r>
            <a:r>
              <a:rPr lang="en-US" sz="900">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  </a:t>
            </a:r>
            <a:r>
              <a:rPr lang="en-US" sz="90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Business</a:t>
            </a:r>
            <a:r>
              <a:rPr lang="en-US" sz="900" baseline="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Template Presentation</a:t>
            </a:r>
            <a:endParaRPr lang="en-ID" sz="900" dirty="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endParaRPr>
          </a:p>
        </p:txBody>
      </p:sp>
      <p:sp>
        <p:nvSpPr>
          <p:cNvPr id="3" name="TextBox 2">
            <a:extLst>
              <a:ext uri="{FF2B5EF4-FFF2-40B4-BE49-F238E27FC236}">
                <a16:creationId xmlns:a16="http://schemas.microsoft.com/office/drawing/2014/main" id="{C40EEA72-F316-6655-3E6F-4908B954C703}"/>
              </a:ext>
            </a:extLst>
          </p:cNvPr>
          <p:cNvSpPr txBox="1"/>
          <p:nvPr/>
        </p:nvSpPr>
        <p:spPr>
          <a:xfrm>
            <a:off x="11322843" y="6342533"/>
            <a:ext cx="503236" cy="230832"/>
          </a:xfrm>
          <a:prstGeom prst="rect">
            <a:avLst/>
          </a:prstGeom>
          <a:noFill/>
        </p:spPr>
        <p:txBody>
          <a:bodyPr wrap="square" rtlCol="0" anchor="ctr">
            <a:spAutoFit/>
          </a:bodyPr>
          <a:lstStyle/>
          <a:p>
            <a:pPr algn="ctr"/>
            <a:r>
              <a:rPr lang="en-ID" sz="900" dirty="0">
                <a:solidFill>
                  <a:schemeClr val="bg1"/>
                </a:solidFill>
                <a:latin typeface="+mn-lt"/>
                <a:ea typeface="Inter SemiBold" panose="020B0502030000000004" pitchFamily="34" charset="0"/>
              </a:rPr>
              <a:t>/ </a:t>
            </a:r>
            <a:fld id="{49BA30FB-CA1F-46F2-A2CB-DF7CFB533C33}" type="slidenum">
              <a:rPr lang="en-ID" sz="900" smtClean="0">
                <a:solidFill>
                  <a:schemeClr val="bg1"/>
                </a:solidFill>
                <a:latin typeface="+mn-lt"/>
                <a:ea typeface="Inter SemiBold" panose="020B0502030000000004" pitchFamily="34" charset="0"/>
              </a:rPr>
              <a:pPr algn="ctr"/>
              <a:t>‹#›</a:t>
            </a:fld>
            <a:endParaRPr lang="en-ID" sz="900" dirty="0">
              <a:solidFill>
                <a:schemeClr val="bg1"/>
              </a:solidFill>
              <a:latin typeface="+mn-lt"/>
              <a:ea typeface="Inter SemiBold" panose="020B0502030000000004" pitchFamily="34" charset="0"/>
            </a:endParaRPr>
          </a:p>
        </p:txBody>
      </p:sp>
    </p:spTree>
    <p:extLst>
      <p:ext uri="{BB962C8B-B14F-4D97-AF65-F5344CB8AC3E}">
        <p14:creationId xmlns:p14="http://schemas.microsoft.com/office/powerpoint/2010/main" val="2043094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1013D0B-DA5E-7761-9099-18E5BAFEBE29}"/>
              </a:ext>
            </a:extLst>
          </p:cNvPr>
          <p:cNvSpPr>
            <a:spLocks noGrp="1"/>
          </p:cNvSpPr>
          <p:nvPr>
            <p:ph type="pic" sz="quarter" idx="10"/>
          </p:nvPr>
        </p:nvSpPr>
        <p:spPr>
          <a:xfrm>
            <a:off x="0" y="800102"/>
            <a:ext cx="5791200" cy="5257796"/>
          </a:xfrm>
          <a:custGeom>
            <a:avLst/>
            <a:gdLst>
              <a:gd name="connsiteX0" fmla="*/ 0 w 5791200"/>
              <a:gd name="connsiteY0" fmla="*/ 0 h 5257796"/>
              <a:gd name="connsiteX1" fmla="*/ 5664172 w 5791200"/>
              <a:gd name="connsiteY1" fmla="*/ 0 h 5257796"/>
              <a:gd name="connsiteX2" fmla="*/ 5791200 w 5791200"/>
              <a:gd name="connsiteY2" fmla="*/ 127028 h 5257796"/>
              <a:gd name="connsiteX3" fmla="*/ 5791200 w 5791200"/>
              <a:gd name="connsiteY3" fmla="*/ 5130771 h 5257796"/>
              <a:gd name="connsiteX4" fmla="*/ 5713617 w 5791200"/>
              <a:gd name="connsiteY4" fmla="*/ 5247817 h 5257796"/>
              <a:gd name="connsiteX5" fmla="*/ 5664187 w 5791200"/>
              <a:gd name="connsiteY5" fmla="*/ 5257796 h 5257796"/>
              <a:gd name="connsiteX6" fmla="*/ 0 w 5791200"/>
              <a:gd name="connsiteY6" fmla="*/ 5257796 h 525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91200" h="5257796">
                <a:moveTo>
                  <a:pt x="0" y="0"/>
                </a:moveTo>
                <a:lnTo>
                  <a:pt x="5664172" y="0"/>
                </a:lnTo>
                <a:cubicBezTo>
                  <a:pt x="5734328" y="0"/>
                  <a:pt x="5791200" y="56872"/>
                  <a:pt x="5791200" y="127028"/>
                </a:cubicBezTo>
                <a:lnTo>
                  <a:pt x="5791200" y="5130771"/>
                </a:lnTo>
                <a:cubicBezTo>
                  <a:pt x="5791200" y="5183388"/>
                  <a:pt x="5759210" y="5228533"/>
                  <a:pt x="5713617" y="5247817"/>
                </a:cubicBezTo>
                <a:lnTo>
                  <a:pt x="5664187" y="5257796"/>
                </a:lnTo>
                <a:lnTo>
                  <a:pt x="0" y="5257796"/>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1473714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D1A057C-ED3D-51EA-E3A3-A4F58A27CD49}"/>
              </a:ext>
            </a:extLst>
          </p:cNvPr>
          <p:cNvGrpSpPr/>
          <p:nvPr/>
        </p:nvGrpSpPr>
        <p:grpSpPr>
          <a:xfrm>
            <a:off x="-458947" y="3876170"/>
            <a:ext cx="3582382" cy="2572359"/>
            <a:chOff x="-458947" y="3876170"/>
            <a:chExt cx="3582382" cy="2572359"/>
          </a:xfrm>
        </p:grpSpPr>
        <p:sp>
          <p:nvSpPr>
            <p:cNvPr id="8" name="Oval 7">
              <a:extLst>
                <a:ext uri="{FF2B5EF4-FFF2-40B4-BE49-F238E27FC236}">
                  <a16:creationId xmlns:a16="http://schemas.microsoft.com/office/drawing/2014/main" id="{4E4F875D-6E1A-78F5-CEA7-0AE68280B9BA}"/>
                </a:ext>
              </a:extLst>
            </p:cNvPr>
            <p:cNvSpPr/>
            <p:nvPr/>
          </p:nvSpPr>
          <p:spPr>
            <a:xfrm rot="10800000" flipV="1">
              <a:off x="-458947" y="3876170"/>
              <a:ext cx="2559550" cy="2559550"/>
            </a:xfrm>
            <a:prstGeom prst="ellipse">
              <a:avLst/>
            </a:prstGeom>
            <a:solidFill>
              <a:schemeClr val="accent1">
                <a:alpha val="20000"/>
              </a:schemeClr>
            </a:solidFill>
            <a:ln>
              <a:noFill/>
            </a:ln>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9" name="Oval 8">
              <a:extLst>
                <a:ext uri="{FF2B5EF4-FFF2-40B4-BE49-F238E27FC236}">
                  <a16:creationId xmlns:a16="http://schemas.microsoft.com/office/drawing/2014/main" id="{51243EC3-4C9E-BAE6-126B-4EAFF21C34C2}"/>
                </a:ext>
              </a:extLst>
            </p:cNvPr>
            <p:cNvSpPr/>
            <p:nvPr/>
          </p:nvSpPr>
          <p:spPr>
            <a:xfrm rot="10800000" flipV="1">
              <a:off x="1077770" y="4402862"/>
              <a:ext cx="2045665" cy="2045667"/>
            </a:xfrm>
            <a:prstGeom prst="ellipse">
              <a:avLst/>
            </a:prstGeom>
            <a:solidFill>
              <a:schemeClr val="accent2">
                <a:alpha val="20000"/>
              </a:schemeClr>
            </a:solidFill>
            <a:ln>
              <a:noFill/>
            </a:ln>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10" name="Group 9">
            <a:extLst>
              <a:ext uri="{FF2B5EF4-FFF2-40B4-BE49-F238E27FC236}">
                <a16:creationId xmlns:a16="http://schemas.microsoft.com/office/drawing/2014/main" id="{822B31D1-1816-E19B-2C33-87EE09DE2DA7}"/>
              </a:ext>
            </a:extLst>
          </p:cNvPr>
          <p:cNvGrpSpPr/>
          <p:nvPr/>
        </p:nvGrpSpPr>
        <p:grpSpPr>
          <a:xfrm>
            <a:off x="6658371" y="-1079596"/>
            <a:ext cx="6562340" cy="4712143"/>
            <a:chOff x="6658371" y="-1079596"/>
            <a:chExt cx="6562340" cy="4712143"/>
          </a:xfrm>
        </p:grpSpPr>
        <p:sp>
          <p:nvSpPr>
            <p:cNvPr id="11" name="Oval 10">
              <a:extLst>
                <a:ext uri="{FF2B5EF4-FFF2-40B4-BE49-F238E27FC236}">
                  <a16:creationId xmlns:a16="http://schemas.microsoft.com/office/drawing/2014/main" id="{D772E953-4EBA-CCC5-1876-5B368BEFD1C6}"/>
                </a:ext>
              </a:extLst>
            </p:cNvPr>
            <p:cNvSpPr/>
            <p:nvPr/>
          </p:nvSpPr>
          <p:spPr>
            <a:xfrm>
              <a:off x="8532033" y="-1056134"/>
              <a:ext cx="4688678" cy="4688681"/>
            </a:xfrm>
            <a:prstGeom prst="ellipse">
              <a:avLst/>
            </a:prstGeom>
            <a:solidFill>
              <a:schemeClr val="accent1">
                <a:alpha val="20000"/>
              </a:schemeClr>
            </a:solidFill>
            <a:ln>
              <a:noFill/>
            </a:ln>
            <a:effectLst>
              <a:softEdge rad="1143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2" name="Oval 11">
              <a:extLst>
                <a:ext uri="{FF2B5EF4-FFF2-40B4-BE49-F238E27FC236}">
                  <a16:creationId xmlns:a16="http://schemas.microsoft.com/office/drawing/2014/main" id="{046EABF0-D7CD-9622-829E-7EB611CC9B6F}"/>
                </a:ext>
              </a:extLst>
            </p:cNvPr>
            <p:cNvSpPr/>
            <p:nvPr/>
          </p:nvSpPr>
          <p:spPr>
            <a:xfrm>
              <a:off x="6658371" y="-1079596"/>
              <a:ext cx="3747324" cy="3747327"/>
            </a:xfrm>
            <a:prstGeom prst="ellipse">
              <a:avLst/>
            </a:prstGeom>
            <a:solidFill>
              <a:schemeClr val="accent2">
                <a:alpha val="20000"/>
              </a:schemeClr>
            </a:solidFill>
            <a:ln>
              <a:noFill/>
            </a:ln>
            <a:effectLst>
              <a:softEdge rad="1143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useBgFill="1">
        <p:nvSpPr>
          <p:cNvPr id="6" name="Rectangle 5">
            <a:extLst>
              <a:ext uri="{FF2B5EF4-FFF2-40B4-BE49-F238E27FC236}">
                <a16:creationId xmlns:a16="http://schemas.microsoft.com/office/drawing/2014/main" id="{39012D93-F156-A9C1-0E4D-413550CB3D2D}"/>
              </a:ext>
            </a:extLst>
          </p:cNvPr>
          <p:cNvSpPr/>
          <p:nvPr/>
        </p:nvSpPr>
        <p:spPr>
          <a:xfrm>
            <a:off x="638175" y="362900"/>
            <a:ext cx="10915652" cy="4754406"/>
          </a:xfrm>
          <a:prstGeom prst="rect">
            <a:avLst/>
          </a:prstGeom>
          <a:solidFill>
            <a:schemeClr val="bg1"/>
          </a:solidFill>
          <a:ln>
            <a:noFill/>
          </a:ln>
          <a:effectLst>
            <a:outerShdw blurRad="381000" dist="190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D" dirty="0"/>
          </a:p>
        </p:txBody>
      </p:sp>
      <p:sp>
        <p:nvSpPr>
          <p:cNvPr id="3" name="Picture Placeholder 5">
            <a:extLst>
              <a:ext uri="{FF2B5EF4-FFF2-40B4-BE49-F238E27FC236}">
                <a16:creationId xmlns:a16="http://schemas.microsoft.com/office/drawing/2014/main" id="{2DF060D9-2CE8-3F2B-C1A7-CE2D5A2E6551}"/>
              </a:ext>
            </a:extLst>
          </p:cNvPr>
          <p:cNvSpPr>
            <a:spLocks noGrp="1"/>
          </p:cNvSpPr>
          <p:nvPr>
            <p:ph type="pic" sz="quarter" idx="10" hasCustomPrompt="1"/>
          </p:nvPr>
        </p:nvSpPr>
        <p:spPr>
          <a:xfrm>
            <a:off x="1235075" y="800100"/>
            <a:ext cx="3243819" cy="3880004"/>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5">
            <a:extLst>
              <a:ext uri="{FF2B5EF4-FFF2-40B4-BE49-F238E27FC236}">
                <a16:creationId xmlns:a16="http://schemas.microsoft.com/office/drawing/2014/main" id="{DA195581-0989-512C-4F36-A42DF1542BDC}"/>
              </a:ext>
            </a:extLst>
          </p:cNvPr>
          <p:cNvSpPr>
            <a:spLocks noGrp="1"/>
          </p:cNvSpPr>
          <p:nvPr>
            <p:ph type="pic" sz="quarter" idx="11" hasCustomPrompt="1"/>
          </p:nvPr>
        </p:nvSpPr>
        <p:spPr>
          <a:xfrm>
            <a:off x="4474091" y="800100"/>
            <a:ext cx="3243819" cy="3880004"/>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5" name="Picture Placeholder 5">
            <a:extLst>
              <a:ext uri="{FF2B5EF4-FFF2-40B4-BE49-F238E27FC236}">
                <a16:creationId xmlns:a16="http://schemas.microsoft.com/office/drawing/2014/main" id="{F971AF76-06E9-CAFE-0D2F-44608A3B61BD}"/>
              </a:ext>
            </a:extLst>
          </p:cNvPr>
          <p:cNvSpPr>
            <a:spLocks noGrp="1"/>
          </p:cNvSpPr>
          <p:nvPr>
            <p:ph type="pic" sz="quarter" idx="12" hasCustomPrompt="1"/>
          </p:nvPr>
        </p:nvSpPr>
        <p:spPr>
          <a:xfrm>
            <a:off x="7713106" y="800100"/>
            <a:ext cx="3243819" cy="3880004"/>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41483189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7A45620-4FCC-6660-4F1B-7CFC0293408D}"/>
              </a:ext>
            </a:extLst>
          </p:cNvPr>
          <p:cNvSpPr>
            <a:spLocks noGrp="1"/>
          </p:cNvSpPr>
          <p:nvPr>
            <p:ph type="pic" sz="quarter" idx="11"/>
          </p:nvPr>
        </p:nvSpPr>
        <p:spPr>
          <a:xfrm>
            <a:off x="8581048" y="2"/>
            <a:ext cx="3610952" cy="6857998"/>
          </a:xfrm>
          <a:custGeom>
            <a:avLst/>
            <a:gdLst>
              <a:gd name="connsiteX0" fmla="*/ 284325 w 2925156"/>
              <a:gd name="connsiteY0" fmla="*/ 0 h 6857998"/>
              <a:gd name="connsiteX1" fmla="*/ 2925155 w 2925156"/>
              <a:gd name="connsiteY1" fmla="*/ 0 h 6857998"/>
              <a:gd name="connsiteX2" fmla="*/ 2925156 w 2925156"/>
              <a:gd name="connsiteY2" fmla="*/ 6857998 h 6857998"/>
              <a:gd name="connsiteX3" fmla="*/ 284326 w 2925156"/>
              <a:gd name="connsiteY3" fmla="*/ 6857998 h 6857998"/>
              <a:gd name="connsiteX4" fmla="*/ 0 w 2925156"/>
              <a:gd name="connsiteY4" fmla="*/ 6573673 h 6857998"/>
              <a:gd name="connsiteX5" fmla="*/ 0 w 2925156"/>
              <a:gd name="connsiteY5" fmla="*/ 284325 h 6857998"/>
              <a:gd name="connsiteX6" fmla="*/ 284325 w 2925156"/>
              <a:gd name="connsiteY6"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5156" h="6857998">
                <a:moveTo>
                  <a:pt x="284325" y="0"/>
                </a:moveTo>
                <a:lnTo>
                  <a:pt x="2925155" y="0"/>
                </a:lnTo>
                <a:lnTo>
                  <a:pt x="2925156" y="6857998"/>
                </a:lnTo>
                <a:lnTo>
                  <a:pt x="284326" y="6857998"/>
                </a:lnTo>
                <a:cubicBezTo>
                  <a:pt x="127298" y="6857998"/>
                  <a:pt x="0" y="6730701"/>
                  <a:pt x="0" y="6573673"/>
                </a:cubicBezTo>
                <a:lnTo>
                  <a:pt x="0" y="284325"/>
                </a:lnTo>
                <a:cubicBezTo>
                  <a:pt x="0" y="127297"/>
                  <a:pt x="127297" y="0"/>
                  <a:pt x="284325" y="0"/>
                </a:cubicBezTo>
                <a:close/>
              </a:path>
            </a:pathLst>
          </a:custGeom>
        </p:spPr>
        <p:txBody>
          <a:bodyPr wrap="square" anchor="ctr">
            <a:noAutofit/>
          </a:bodyPr>
          <a:lstStyle>
            <a:lvl1pPr marL="0" indent="0" algn="ctr">
              <a:buNone/>
              <a:defRPr lang="en-US" b="0">
                <a:solidFill>
                  <a:schemeClr val="bg1">
                    <a:lumMod val="50000"/>
                  </a:schemeClr>
                </a:solidFill>
              </a:defRPr>
            </a:lvl1pPr>
          </a:lstStyle>
          <a:p>
            <a:pPr marL="228600" lvl="0" indent="-228600"/>
            <a:r>
              <a:rPr lang="en-US"/>
              <a:t>Click icon to add picture</a:t>
            </a:r>
          </a:p>
        </p:txBody>
      </p:sp>
    </p:spTree>
    <p:extLst>
      <p:ext uri="{BB962C8B-B14F-4D97-AF65-F5344CB8AC3E}">
        <p14:creationId xmlns:p14="http://schemas.microsoft.com/office/powerpoint/2010/main" val="346697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55E94AA-5CCD-0CA6-1327-7B1F2BA3900C}"/>
              </a:ext>
            </a:extLst>
          </p:cNvPr>
          <p:cNvSpPr txBox="1"/>
          <p:nvPr/>
        </p:nvSpPr>
        <p:spPr>
          <a:xfrm>
            <a:off x="11322843" y="6342533"/>
            <a:ext cx="503236" cy="230832"/>
          </a:xfrm>
          <a:prstGeom prst="rect">
            <a:avLst/>
          </a:prstGeom>
          <a:noFill/>
        </p:spPr>
        <p:txBody>
          <a:bodyPr wrap="square" rtlCol="0" anchor="ctr">
            <a:spAutoFit/>
          </a:bodyPr>
          <a:lstStyle/>
          <a:p>
            <a:pPr algn="ctr"/>
            <a:r>
              <a:rPr lang="en-ID" sz="900" dirty="0">
                <a:solidFill>
                  <a:schemeClr val="tx1">
                    <a:lumMod val="75000"/>
                    <a:lumOff val="25000"/>
                    <a:alpha val="10000"/>
                  </a:schemeClr>
                </a:solidFill>
                <a:latin typeface="+mn-lt"/>
                <a:ea typeface="Inter SemiBold" panose="020B0502030000000004" pitchFamily="34" charset="0"/>
              </a:rPr>
              <a:t>/ </a:t>
            </a:r>
            <a:fld id="{49BA30FB-CA1F-46F2-A2CB-DF7CFB533C33}" type="slidenum">
              <a:rPr lang="en-ID" sz="900" smtClean="0">
                <a:solidFill>
                  <a:schemeClr val="accent1"/>
                </a:solidFill>
                <a:latin typeface="+mn-lt"/>
                <a:ea typeface="Inter SemiBold" panose="020B0502030000000004" pitchFamily="34" charset="0"/>
              </a:rPr>
              <a:pPr algn="ctr"/>
              <a:t>‹#›</a:t>
            </a:fld>
            <a:endParaRPr lang="en-ID" sz="900" dirty="0">
              <a:solidFill>
                <a:schemeClr val="accent1"/>
              </a:solidFill>
              <a:latin typeface="+mn-lt"/>
              <a:ea typeface="Inter SemiBold" panose="020B0502030000000004" pitchFamily="34" charset="0"/>
            </a:endParaRPr>
          </a:p>
        </p:txBody>
      </p:sp>
    </p:spTree>
    <p:extLst>
      <p:ext uri="{BB962C8B-B14F-4D97-AF65-F5344CB8AC3E}">
        <p14:creationId xmlns:p14="http://schemas.microsoft.com/office/powerpoint/2010/main" val="22455353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5">
          <p15:clr>
            <a:srgbClr val="F26B43"/>
          </p15:clr>
        </p15:guide>
        <p15:guide id="2" pos="7015">
          <p15:clr>
            <a:srgbClr val="F26B43"/>
          </p15:clr>
        </p15:guide>
        <p15:guide id="3" orient="horz" pos="482">
          <p15:clr>
            <a:srgbClr val="F26B43"/>
          </p15:clr>
        </p15:guide>
        <p15:guide id="4" orient="horz" pos="383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3DA47F-5650-59BE-D66C-1A073F1E38B8}"/>
              </a:ext>
            </a:extLst>
          </p:cNvPr>
          <p:cNvSpPr>
            <a:spLocks noGrp="1"/>
          </p:cNvSpPr>
          <p:nvPr>
            <p:ph type="body" sz="quarter" idx="10"/>
          </p:nvPr>
        </p:nvSpPr>
        <p:spPr/>
        <p:txBody>
          <a:bodyPr/>
          <a:lstStyle/>
          <a:p>
            <a:pPr marL="0" indent="0" algn="ctr">
              <a:buNone/>
            </a:pPr>
            <a:r>
              <a:rPr lang="en-US" sz="2000" dirty="0">
                <a:solidFill>
                  <a:schemeClr val="bg2">
                    <a:lumMod val="75000"/>
                  </a:schemeClr>
                </a:solidFill>
                <a:latin typeface="Ubuntu Light" panose="020B0304030602030204" pitchFamily="34" charset="0"/>
              </a:rPr>
              <a:t>Fahim Foysal Abak</a:t>
            </a:r>
          </a:p>
          <a:p>
            <a:pPr marL="0" indent="0" algn="ctr">
              <a:buNone/>
            </a:pPr>
            <a:r>
              <a:rPr lang="en-US" sz="2000" dirty="0">
                <a:solidFill>
                  <a:schemeClr val="bg2">
                    <a:lumMod val="75000"/>
                  </a:schemeClr>
                </a:solidFill>
                <a:latin typeface="Ubuntu Light" panose="020B0304030602030204" pitchFamily="34" charset="0"/>
              </a:rPr>
              <a:t>Lecture, Dept. of CSE</a:t>
            </a:r>
          </a:p>
          <a:p>
            <a:pPr marL="0" indent="0" algn="ctr">
              <a:buNone/>
            </a:pPr>
            <a:r>
              <a:rPr lang="en-US" sz="2000" dirty="0">
                <a:solidFill>
                  <a:schemeClr val="bg2">
                    <a:lumMod val="75000"/>
                  </a:schemeClr>
                </a:solidFill>
                <a:latin typeface="Ubuntu Light" panose="020B0304030602030204" pitchFamily="34" charset="0"/>
              </a:rPr>
              <a:t>Dhaka International University</a:t>
            </a:r>
          </a:p>
        </p:txBody>
      </p:sp>
      <p:sp>
        <p:nvSpPr>
          <p:cNvPr id="3" name="Title 2">
            <a:extLst>
              <a:ext uri="{FF2B5EF4-FFF2-40B4-BE49-F238E27FC236}">
                <a16:creationId xmlns:a16="http://schemas.microsoft.com/office/drawing/2014/main" id="{6996E641-4C1A-FF65-1059-6BD25AEB2EF1}"/>
              </a:ext>
            </a:extLst>
          </p:cNvPr>
          <p:cNvSpPr>
            <a:spLocks noGrp="1"/>
          </p:cNvSpPr>
          <p:nvPr>
            <p:ph type="title"/>
          </p:nvPr>
        </p:nvSpPr>
        <p:spPr>
          <a:xfrm>
            <a:off x="1613547" y="1791725"/>
            <a:ext cx="9228624" cy="1247566"/>
          </a:xfrm>
        </p:spPr>
        <p:txBody>
          <a:bodyPr/>
          <a:lstStyle/>
          <a:p>
            <a:pPr algn="ctr"/>
            <a:r>
              <a:rPr lang="en-US" dirty="0"/>
              <a:t>Software Integration &amp; Maintenance</a:t>
            </a:r>
          </a:p>
        </p:txBody>
      </p:sp>
    </p:spTree>
    <p:extLst>
      <p:ext uri="{BB962C8B-B14F-4D97-AF65-F5344CB8AC3E}">
        <p14:creationId xmlns:p14="http://schemas.microsoft.com/office/powerpoint/2010/main" val="3878758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FB9139-68EB-3B9C-65D8-590A1ADAF1DF}"/>
              </a:ext>
            </a:extLst>
          </p:cNvPr>
          <p:cNvSpPr>
            <a:spLocks noGrp="1"/>
          </p:cNvSpPr>
          <p:nvPr>
            <p:ph type="body" sz="quarter" idx="10"/>
          </p:nvPr>
        </p:nvSpPr>
        <p:spPr>
          <a:xfrm>
            <a:off x="1390559" y="1392692"/>
            <a:ext cx="9547408" cy="3902119"/>
          </a:xfrm>
        </p:spPr>
        <p:txBody>
          <a:bodyPr/>
          <a:lstStyle/>
          <a:p>
            <a:pPr marL="0" indent="0">
              <a:buNone/>
            </a:pPr>
            <a:r>
              <a:rPr lang="en-US" b="1" dirty="0">
                <a:solidFill>
                  <a:schemeClr val="accent1"/>
                </a:solidFill>
              </a:rPr>
              <a:t>Agenda:</a:t>
            </a:r>
          </a:p>
          <a:p>
            <a:pPr marL="457200" lvl="1" indent="0">
              <a:buNone/>
            </a:pPr>
            <a:r>
              <a:rPr lang="en-US" dirty="0"/>
              <a:t>• Introduction to Software Maintenance</a:t>
            </a:r>
          </a:p>
          <a:p>
            <a:pPr marL="457200" lvl="1" indent="0">
              <a:buNone/>
            </a:pPr>
            <a:r>
              <a:rPr lang="en-US" dirty="0"/>
              <a:t>• Need for Maintenance</a:t>
            </a:r>
          </a:p>
          <a:p>
            <a:pPr marL="457200" lvl="1" indent="0">
              <a:buNone/>
            </a:pPr>
            <a:r>
              <a:rPr lang="en-US" dirty="0"/>
              <a:t>• Types of Maintenance</a:t>
            </a:r>
          </a:p>
          <a:p>
            <a:pPr marL="457200" lvl="1" indent="0">
              <a:buNone/>
            </a:pPr>
            <a:r>
              <a:rPr lang="en-US" dirty="0"/>
              <a:t>• Maintenance Process</a:t>
            </a:r>
          </a:p>
          <a:p>
            <a:pPr marL="457200" lvl="1" indent="0">
              <a:buNone/>
            </a:pPr>
            <a:r>
              <a:rPr lang="en-US" dirty="0"/>
              <a:t>• Maintenance Cost</a:t>
            </a:r>
          </a:p>
          <a:p>
            <a:pPr marL="457200" lvl="1" indent="0">
              <a:buNone/>
            </a:pPr>
            <a:r>
              <a:rPr lang="en-US" dirty="0"/>
              <a:t>• Maintenance Strategies</a:t>
            </a:r>
          </a:p>
          <a:p>
            <a:pPr marL="457200" lvl="1" indent="0">
              <a:buNone/>
            </a:pPr>
            <a:r>
              <a:rPr lang="en-US" dirty="0"/>
              <a:t>• Factors Affecting Maintenance Cost</a:t>
            </a:r>
          </a:p>
          <a:p>
            <a:pPr marL="457200" lvl="1" indent="0">
              <a:buNone/>
            </a:pPr>
            <a:r>
              <a:rPr lang="en-US" dirty="0"/>
              <a:t>• Legacy Systems</a:t>
            </a:r>
          </a:p>
          <a:p>
            <a:pPr marL="0" indent="0">
              <a:buNone/>
            </a:pPr>
            <a:endParaRPr lang="en-US" b="1" dirty="0">
              <a:solidFill>
                <a:schemeClr val="accent1"/>
              </a:solidFill>
            </a:endParaRPr>
          </a:p>
        </p:txBody>
      </p:sp>
      <p:sp>
        <p:nvSpPr>
          <p:cNvPr id="3" name="Title 2">
            <a:extLst>
              <a:ext uri="{FF2B5EF4-FFF2-40B4-BE49-F238E27FC236}">
                <a16:creationId xmlns:a16="http://schemas.microsoft.com/office/drawing/2014/main" id="{5ED5DBED-E96B-FF67-CE6C-2CC29F466C8B}"/>
              </a:ext>
            </a:extLst>
          </p:cNvPr>
          <p:cNvSpPr>
            <a:spLocks noGrp="1"/>
          </p:cNvSpPr>
          <p:nvPr>
            <p:ph type="title"/>
          </p:nvPr>
        </p:nvSpPr>
        <p:spPr>
          <a:xfrm>
            <a:off x="838200" y="365126"/>
            <a:ext cx="10515600" cy="749572"/>
          </a:xfrm>
        </p:spPr>
        <p:txBody>
          <a:bodyPr/>
          <a:lstStyle/>
          <a:p>
            <a:r>
              <a:rPr lang="en-US" dirty="0"/>
              <a:t>Software Maintenance</a:t>
            </a:r>
          </a:p>
        </p:txBody>
      </p:sp>
      <p:pic>
        <p:nvPicPr>
          <p:cNvPr id="4" name="Picture 3">
            <a:extLst>
              <a:ext uri="{FF2B5EF4-FFF2-40B4-BE49-F238E27FC236}">
                <a16:creationId xmlns:a16="http://schemas.microsoft.com/office/drawing/2014/main" id="{6ED36E55-D307-16BB-999A-019B926FAF66}"/>
              </a:ext>
            </a:extLst>
          </p:cNvPr>
          <p:cNvPicPr>
            <a:picLocks noChangeAspect="1"/>
          </p:cNvPicPr>
          <p:nvPr/>
        </p:nvPicPr>
        <p:blipFill>
          <a:blip r:embed="rId2"/>
          <a:stretch>
            <a:fillRect/>
          </a:stretch>
        </p:blipFill>
        <p:spPr>
          <a:xfrm>
            <a:off x="6360123" y="2081348"/>
            <a:ext cx="4684522" cy="2848911"/>
          </a:xfrm>
          <a:prstGeom prst="rect">
            <a:avLst/>
          </a:prstGeom>
        </p:spPr>
      </p:pic>
    </p:spTree>
    <p:extLst>
      <p:ext uri="{BB962C8B-B14F-4D97-AF65-F5344CB8AC3E}">
        <p14:creationId xmlns:p14="http://schemas.microsoft.com/office/powerpoint/2010/main" val="4106496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AFCD-60DD-448B-4531-690674A5B5C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07DD5DD-9B25-D0F6-B2D7-71C8120264F4}"/>
              </a:ext>
            </a:extLst>
          </p:cNvPr>
          <p:cNvSpPr>
            <a:spLocks noGrp="1"/>
          </p:cNvSpPr>
          <p:nvPr>
            <p:ph type="body" sz="quarter" idx="10"/>
          </p:nvPr>
        </p:nvSpPr>
        <p:spPr>
          <a:xfrm>
            <a:off x="1390559" y="1392692"/>
            <a:ext cx="9547408" cy="4372382"/>
          </a:xfrm>
        </p:spPr>
        <p:txBody>
          <a:bodyPr/>
          <a:lstStyle/>
          <a:p>
            <a:pPr marL="0" indent="0">
              <a:buNone/>
            </a:pPr>
            <a:r>
              <a:rPr lang="en-US" b="1" dirty="0"/>
              <a:t>Software maintenance </a:t>
            </a:r>
            <a:r>
              <a:rPr lang="en-US" dirty="0"/>
              <a:t>is the process of modifying a software system after delivery to </a:t>
            </a:r>
            <a:r>
              <a:rPr lang="en-US" b="1" dirty="0"/>
              <a:t>correct faults</a:t>
            </a:r>
            <a:r>
              <a:rPr lang="en-US" dirty="0"/>
              <a:t>, </a:t>
            </a:r>
            <a:r>
              <a:rPr lang="en-US" b="1" dirty="0"/>
              <a:t>improve performance</a:t>
            </a:r>
            <a:r>
              <a:rPr lang="en-US" dirty="0"/>
              <a:t>, or </a:t>
            </a:r>
            <a:r>
              <a:rPr lang="en-US" b="1" dirty="0"/>
              <a:t>adapt it to a changed environment.</a:t>
            </a:r>
          </a:p>
          <a:p>
            <a:pPr marL="0" indent="0">
              <a:buNone/>
            </a:pPr>
            <a:r>
              <a:rPr lang="en-US" b="1" dirty="0">
                <a:solidFill>
                  <a:schemeClr val="accent1"/>
                </a:solidFill>
              </a:rPr>
              <a:t>Example:</a:t>
            </a:r>
          </a:p>
          <a:p>
            <a:pPr marL="0" indent="0">
              <a:buNone/>
            </a:pPr>
            <a:r>
              <a:rPr lang="en-US" dirty="0"/>
              <a:t>A university uses a </a:t>
            </a:r>
            <a:r>
              <a:rPr lang="en-US" b="1" dirty="0"/>
              <a:t>Result Management System</a:t>
            </a:r>
            <a:r>
              <a:rPr lang="en-US" dirty="0"/>
              <a:t> to calculate and publish student grades.</a:t>
            </a:r>
          </a:p>
          <a:p>
            <a:pPr marL="0" indent="0">
              <a:buNone/>
            </a:pPr>
            <a:r>
              <a:rPr lang="en-US" b="1" dirty="0">
                <a:solidFill>
                  <a:schemeClr val="accent1"/>
                </a:solidFill>
              </a:rPr>
              <a:t>Problem:</a:t>
            </a:r>
            <a:br>
              <a:rPr lang="en-US" dirty="0"/>
            </a:br>
            <a:r>
              <a:rPr lang="en-US" dirty="0"/>
              <a:t>	After deployment, students report that </a:t>
            </a:r>
            <a:r>
              <a:rPr lang="en-US" b="1" dirty="0"/>
              <a:t>CGPA is calculated incorrectly</a:t>
            </a:r>
            <a:r>
              <a:rPr lang="en-US" dirty="0"/>
              <a:t> when a course is repeated.</a:t>
            </a:r>
          </a:p>
          <a:p>
            <a:pPr marL="0" indent="0">
              <a:buNone/>
            </a:pPr>
            <a:r>
              <a:rPr lang="en-US" b="1" dirty="0">
                <a:solidFill>
                  <a:schemeClr val="accent1"/>
                </a:solidFill>
              </a:rPr>
              <a:t>Maintenance Action:</a:t>
            </a:r>
            <a:br>
              <a:rPr lang="en-US" dirty="0"/>
            </a:br>
            <a:r>
              <a:rPr lang="en-US" dirty="0"/>
              <a:t>	Developers identify a logic error in the grading algorithm and fix it.</a:t>
            </a:r>
          </a:p>
          <a:p>
            <a:pPr marL="0" indent="0">
              <a:buNone/>
            </a:pPr>
            <a:endParaRPr lang="en-US" b="1" dirty="0">
              <a:solidFill>
                <a:schemeClr val="accent1"/>
              </a:solidFill>
            </a:endParaRPr>
          </a:p>
        </p:txBody>
      </p:sp>
      <p:sp>
        <p:nvSpPr>
          <p:cNvPr id="3" name="Title 2">
            <a:extLst>
              <a:ext uri="{FF2B5EF4-FFF2-40B4-BE49-F238E27FC236}">
                <a16:creationId xmlns:a16="http://schemas.microsoft.com/office/drawing/2014/main" id="{F5AE8101-4CD9-5F78-8008-5F69919453C0}"/>
              </a:ext>
            </a:extLst>
          </p:cNvPr>
          <p:cNvSpPr>
            <a:spLocks noGrp="1"/>
          </p:cNvSpPr>
          <p:nvPr>
            <p:ph type="title"/>
          </p:nvPr>
        </p:nvSpPr>
        <p:spPr>
          <a:xfrm>
            <a:off x="838200" y="365126"/>
            <a:ext cx="10515600" cy="749572"/>
          </a:xfrm>
        </p:spPr>
        <p:txBody>
          <a:bodyPr/>
          <a:lstStyle/>
          <a:p>
            <a:r>
              <a:rPr lang="en-US" dirty="0"/>
              <a:t>Software Maintenance</a:t>
            </a:r>
          </a:p>
        </p:txBody>
      </p:sp>
    </p:spTree>
    <p:extLst>
      <p:ext uri="{BB962C8B-B14F-4D97-AF65-F5344CB8AC3E}">
        <p14:creationId xmlns:p14="http://schemas.microsoft.com/office/powerpoint/2010/main" val="677726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40463-4826-FCC9-D5EC-B3E6111921A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90239FD-111E-DBE7-FFF6-8C6821C43E83}"/>
              </a:ext>
            </a:extLst>
          </p:cNvPr>
          <p:cNvSpPr>
            <a:spLocks noGrp="1"/>
          </p:cNvSpPr>
          <p:nvPr>
            <p:ph type="body" sz="quarter" idx="10"/>
          </p:nvPr>
        </p:nvSpPr>
        <p:spPr>
          <a:xfrm>
            <a:off x="1390559" y="1392692"/>
            <a:ext cx="9547408" cy="4764268"/>
          </a:xfrm>
        </p:spPr>
        <p:txBody>
          <a:bodyPr/>
          <a:lstStyle/>
          <a:p>
            <a:pPr marL="0" indent="0">
              <a:buNone/>
            </a:pPr>
            <a:r>
              <a:rPr lang="en-US" b="1" dirty="0">
                <a:solidFill>
                  <a:schemeClr val="accent1"/>
                </a:solidFill>
              </a:rPr>
              <a:t>Problem:</a:t>
            </a:r>
            <a:br>
              <a:rPr lang="en-US" dirty="0"/>
            </a:br>
            <a:r>
              <a:rPr lang="en-US" dirty="0"/>
              <a:t>	The university upgrades its database from </a:t>
            </a:r>
            <a:r>
              <a:rPr lang="en-US" b="1" dirty="0"/>
              <a:t>MySQL to PostgreSQL</a:t>
            </a:r>
            <a:r>
              <a:rPr lang="en-US" dirty="0"/>
              <a:t>.</a:t>
            </a:r>
          </a:p>
          <a:p>
            <a:pPr marL="0" indent="0">
              <a:buNone/>
            </a:pPr>
            <a:r>
              <a:rPr lang="en-US" b="1" dirty="0">
                <a:solidFill>
                  <a:schemeClr val="accent1"/>
                </a:solidFill>
              </a:rPr>
              <a:t>Maintenance Action:</a:t>
            </a:r>
            <a:br>
              <a:rPr lang="en-US" dirty="0"/>
            </a:br>
            <a:r>
              <a:rPr lang="en-US" dirty="0"/>
              <a:t>	The software is modified so it can run correctly with the new database.</a:t>
            </a:r>
          </a:p>
          <a:p>
            <a:pPr marL="0" indent="0">
              <a:buNone/>
            </a:pPr>
            <a:r>
              <a:rPr lang="en-US" b="1" dirty="0">
                <a:solidFill>
                  <a:schemeClr val="accent1"/>
                </a:solidFill>
              </a:rPr>
              <a:t>Problem:</a:t>
            </a:r>
            <a:br>
              <a:rPr lang="en-US" dirty="0"/>
            </a:br>
            <a:r>
              <a:rPr lang="en-US" dirty="0"/>
              <a:t>	Users request a </a:t>
            </a:r>
            <a:r>
              <a:rPr lang="en-US" b="1" dirty="0"/>
              <a:t>new feature</a:t>
            </a:r>
            <a:r>
              <a:rPr lang="en-US" dirty="0"/>
              <a:t> to download results as a PDF.</a:t>
            </a:r>
          </a:p>
          <a:p>
            <a:pPr marL="0" indent="0">
              <a:buNone/>
            </a:pPr>
            <a:r>
              <a:rPr lang="en-US" b="1" dirty="0">
                <a:solidFill>
                  <a:schemeClr val="accent1"/>
                </a:solidFill>
              </a:rPr>
              <a:t>Maintenance Action:</a:t>
            </a:r>
            <a:br>
              <a:rPr lang="en-US" dirty="0">
                <a:solidFill>
                  <a:schemeClr val="accent1"/>
                </a:solidFill>
              </a:rPr>
            </a:br>
            <a:r>
              <a:rPr lang="en-US" dirty="0">
                <a:solidFill>
                  <a:schemeClr val="accent1"/>
                </a:solidFill>
              </a:rPr>
              <a:t>	</a:t>
            </a:r>
            <a:r>
              <a:rPr lang="en-US" dirty="0"/>
              <a:t>Developers add a “Download PDF” option and improve the user interface.</a:t>
            </a:r>
          </a:p>
          <a:p>
            <a:pPr marL="0" indent="0">
              <a:buNone/>
            </a:pPr>
            <a:r>
              <a:rPr lang="en-US" b="1" dirty="0">
                <a:solidFill>
                  <a:schemeClr val="accent1"/>
                </a:solidFill>
              </a:rPr>
              <a:t>Problem:</a:t>
            </a:r>
            <a:br>
              <a:rPr lang="en-US" dirty="0"/>
            </a:br>
            <a:r>
              <a:rPr lang="en-US" dirty="0"/>
              <a:t>	The system code is old, poorly structured, and hard to understand.</a:t>
            </a:r>
          </a:p>
          <a:p>
            <a:pPr marL="0" indent="0">
              <a:buNone/>
            </a:pPr>
            <a:r>
              <a:rPr lang="en-US" b="1" dirty="0">
                <a:solidFill>
                  <a:schemeClr val="accent1"/>
                </a:solidFill>
              </a:rPr>
              <a:t>Maintenance Action:</a:t>
            </a:r>
            <a:br>
              <a:rPr lang="en-US" dirty="0"/>
            </a:br>
            <a:r>
              <a:rPr lang="en-US" dirty="0"/>
              <a:t>	The team </a:t>
            </a:r>
            <a:r>
              <a:rPr lang="en-US" b="1" dirty="0"/>
              <a:t>refactors the code</a:t>
            </a:r>
            <a:r>
              <a:rPr lang="en-US" dirty="0"/>
              <a:t>, improves documentation, and removes unused modules.</a:t>
            </a:r>
          </a:p>
          <a:p>
            <a:endParaRPr lang="en-US" dirty="0"/>
          </a:p>
        </p:txBody>
      </p:sp>
      <p:sp>
        <p:nvSpPr>
          <p:cNvPr id="3" name="Title 2">
            <a:extLst>
              <a:ext uri="{FF2B5EF4-FFF2-40B4-BE49-F238E27FC236}">
                <a16:creationId xmlns:a16="http://schemas.microsoft.com/office/drawing/2014/main" id="{F8E5B88D-D741-9EB0-EB26-3F61FEF6AF9A}"/>
              </a:ext>
            </a:extLst>
          </p:cNvPr>
          <p:cNvSpPr>
            <a:spLocks noGrp="1"/>
          </p:cNvSpPr>
          <p:nvPr>
            <p:ph type="title"/>
          </p:nvPr>
        </p:nvSpPr>
        <p:spPr>
          <a:xfrm>
            <a:off x="838200" y="365126"/>
            <a:ext cx="10515600" cy="749572"/>
          </a:xfrm>
        </p:spPr>
        <p:txBody>
          <a:bodyPr/>
          <a:lstStyle/>
          <a:p>
            <a:r>
              <a:rPr lang="en-US" dirty="0"/>
              <a:t>Software Maintenance</a:t>
            </a:r>
          </a:p>
        </p:txBody>
      </p:sp>
    </p:spTree>
    <p:extLst>
      <p:ext uri="{BB962C8B-B14F-4D97-AF65-F5344CB8AC3E}">
        <p14:creationId xmlns:p14="http://schemas.microsoft.com/office/powerpoint/2010/main" val="2397163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7D7DE-224D-F6E1-278E-4911F0551B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980D7CB-7705-0D59-4359-09A3A9CC42B2}"/>
              </a:ext>
            </a:extLst>
          </p:cNvPr>
          <p:cNvSpPr>
            <a:spLocks noGrp="1"/>
          </p:cNvSpPr>
          <p:nvPr>
            <p:ph type="body" sz="quarter" idx="10"/>
          </p:nvPr>
        </p:nvSpPr>
        <p:spPr>
          <a:xfrm>
            <a:off x="1390559" y="1392692"/>
            <a:ext cx="6055270" cy="2334577"/>
          </a:xfrm>
        </p:spPr>
        <p:txBody>
          <a:bodyPr/>
          <a:lstStyle/>
          <a:p>
            <a:pPr>
              <a:buFont typeface="Wingdings" pitchFamily="2" charset="2"/>
              <a:buChar char="q"/>
            </a:pPr>
            <a:r>
              <a:rPr lang="en-US" sz="2400" dirty="0"/>
              <a:t> Business requirements change</a:t>
            </a:r>
          </a:p>
          <a:p>
            <a:pPr>
              <a:buFont typeface="Wingdings" pitchFamily="2" charset="2"/>
              <a:buChar char="q"/>
            </a:pPr>
            <a:r>
              <a:rPr lang="en-US" sz="2400" dirty="0"/>
              <a:t> Bugs appear after deployment</a:t>
            </a:r>
          </a:p>
          <a:p>
            <a:pPr>
              <a:buFont typeface="Wingdings" pitchFamily="2" charset="2"/>
              <a:buChar char="q"/>
            </a:pPr>
            <a:r>
              <a:rPr lang="en-US" sz="2400" dirty="0"/>
              <a:t> Environment &amp; technology evolve</a:t>
            </a:r>
          </a:p>
          <a:p>
            <a:pPr>
              <a:buFont typeface="Wingdings" pitchFamily="2" charset="2"/>
              <a:buChar char="q"/>
            </a:pPr>
            <a:r>
              <a:rPr lang="en-US" sz="2400" dirty="0"/>
              <a:t> Performance improvements needed</a:t>
            </a:r>
          </a:p>
        </p:txBody>
      </p:sp>
      <p:sp>
        <p:nvSpPr>
          <p:cNvPr id="3" name="Title 2">
            <a:extLst>
              <a:ext uri="{FF2B5EF4-FFF2-40B4-BE49-F238E27FC236}">
                <a16:creationId xmlns:a16="http://schemas.microsoft.com/office/drawing/2014/main" id="{EAACC6A2-6D31-8135-FAA9-EB4E389F7E37}"/>
              </a:ext>
            </a:extLst>
          </p:cNvPr>
          <p:cNvSpPr>
            <a:spLocks noGrp="1"/>
          </p:cNvSpPr>
          <p:nvPr>
            <p:ph type="title"/>
          </p:nvPr>
        </p:nvSpPr>
        <p:spPr>
          <a:xfrm>
            <a:off x="838200" y="365126"/>
            <a:ext cx="10515600" cy="749572"/>
          </a:xfrm>
        </p:spPr>
        <p:txBody>
          <a:bodyPr/>
          <a:lstStyle/>
          <a:p>
            <a:r>
              <a:rPr lang="en-US" dirty="0"/>
              <a:t>Why Software Maintenance?</a:t>
            </a:r>
          </a:p>
        </p:txBody>
      </p:sp>
    </p:spTree>
    <p:extLst>
      <p:ext uri="{BB962C8B-B14F-4D97-AF65-F5344CB8AC3E}">
        <p14:creationId xmlns:p14="http://schemas.microsoft.com/office/powerpoint/2010/main" val="272424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96935-1EDB-737A-D272-11579803A5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FD66BCF-DFFF-31D0-33F7-3877E44D2058}"/>
              </a:ext>
            </a:extLst>
          </p:cNvPr>
          <p:cNvSpPr>
            <a:spLocks noGrp="1"/>
          </p:cNvSpPr>
          <p:nvPr>
            <p:ph type="body" sz="quarter" idx="10"/>
          </p:nvPr>
        </p:nvSpPr>
        <p:spPr>
          <a:xfrm>
            <a:off x="1390559" y="1392693"/>
            <a:ext cx="9355818" cy="1141502"/>
          </a:xfrm>
        </p:spPr>
        <p:txBody>
          <a:bodyPr/>
          <a:lstStyle/>
          <a:p>
            <a:pPr marL="0" indent="0">
              <a:buNone/>
            </a:pPr>
            <a:r>
              <a:rPr lang="en-US" sz="2400" b="1" dirty="0"/>
              <a:t>Software evolution </a:t>
            </a:r>
            <a:r>
              <a:rPr lang="en-US" sz="2400" dirty="0"/>
              <a:t>refers to the ongoing development of software systems after initial deployment.</a:t>
            </a:r>
          </a:p>
        </p:txBody>
      </p:sp>
      <p:sp>
        <p:nvSpPr>
          <p:cNvPr id="3" name="Title 2">
            <a:extLst>
              <a:ext uri="{FF2B5EF4-FFF2-40B4-BE49-F238E27FC236}">
                <a16:creationId xmlns:a16="http://schemas.microsoft.com/office/drawing/2014/main" id="{A5F2EE21-5DC7-D316-8500-57672B2BFCF5}"/>
              </a:ext>
            </a:extLst>
          </p:cNvPr>
          <p:cNvSpPr>
            <a:spLocks noGrp="1"/>
          </p:cNvSpPr>
          <p:nvPr>
            <p:ph type="title"/>
          </p:nvPr>
        </p:nvSpPr>
        <p:spPr>
          <a:xfrm>
            <a:off x="838200" y="365126"/>
            <a:ext cx="10515600" cy="749572"/>
          </a:xfrm>
        </p:spPr>
        <p:txBody>
          <a:bodyPr/>
          <a:lstStyle/>
          <a:p>
            <a:r>
              <a:rPr lang="en-US" dirty="0"/>
              <a:t>Software Evolution</a:t>
            </a:r>
          </a:p>
        </p:txBody>
      </p:sp>
      <p:pic>
        <p:nvPicPr>
          <p:cNvPr id="4" name="Picture 3">
            <a:extLst>
              <a:ext uri="{FF2B5EF4-FFF2-40B4-BE49-F238E27FC236}">
                <a16:creationId xmlns:a16="http://schemas.microsoft.com/office/drawing/2014/main" id="{0990293F-0CB7-A570-DA41-5A6AAF3E6B28}"/>
              </a:ext>
            </a:extLst>
          </p:cNvPr>
          <p:cNvPicPr>
            <a:picLocks noChangeAspect="1"/>
          </p:cNvPicPr>
          <p:nvPr/>
        </p:nvPicPr>
        <p:blipFill>
          <a:blip r:embed="rId3"/>
          <a:stretch>
            <a:fillRect/>
          </a:stretch>
        </p:blipFill>
        <p:spPr>
          <a:xfrm>
            <a:off x="1948543" y="2534195"/>
            <a:ext cx="7772400" cy="2339988"/>
          </a:xfrm>
          <a:prstGeom prst="rect">
            <a:avLst/>
          </a:prstGeom>
        </p:spPr>
      </p:pic>
      <p:sp>
        <p:nvSpPr>
          <p:cNvPr id="6" name="TextBox 5">
            <a:extLst>
              <a:ext uri="{FF2B5EF4-FFF2-40B4-BE49-F238E27FC236}">
                <a16:creationId xmlns:a16="http://schemas.microsoft.com/office/drawing/2014/main" id="{C90CFE32-495B-306A-F928-3F743EBAC9C1}"/>
              </a:ext>
            </a:extLst>
          </p:cNvPr>
          <p:cNvSpPr txBox="1"/>
          <p:nvPr/>
        </p:nvSpPr>
        <p:spPr>
          <a:xfrm>
            <a:off x="3411583" y="4973274"/>
            <a:ext cx="4199708" cy="369332"/>
          </a:xfrm>
          <a:prstGeom prst="rect">
            <a:avLst/>
          </a:prstGeom>
          <a:noFill/>
        </p:spPr>
        <p:txBody>
          <a:bodyPr wrap="square">
            <a:spAutoFit/>
          </a:bodyPr>
          <a:lstStyle/>
          <a:p>
            <a:r>
              <a:rPr lang="en-US" dirty="0">
                <a:latin typeface="Ubuntu Light" panose="020B0304030602030204" pitchFamily="34" charset="0"/>
              </a:rPr>
              <a:t>Figure: The software evolution process</a:t>
            </a:r>
          </a:p>
        </p:txBody>
      </p:sp>
    </p:spTree>
    <p:extLst>
      <p:ext uri="{BB962C8B-B14F-4D97-AF65-F5344CB8AC3E}">
        <p14:creationId xmlns:p14="http://schemas.microsoft.com/office/powerpoint/2010/main" val="1078371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85384-E791-10DD-F538-8F34F87AAFB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923FE8C-305C-C0B2-FC5C-05B4566BC64C}"/>
              </a:ext>
            </a:extLst>
          </p:cNvPr>
          <p:cNvSpPr>
            <a:spLocks noGrp="1"/>
          </p:cNvSpPr>
          <p:nvPr>
            <p:ph type="body" sz="quarter" idx="10"/>
          </p:nvPr>
        </p:nvSpPr>
        <p:spPr>
          <a:xfrm>
            <a:off x="1390559" y="1392692"/>
            <a:ext cx="9547408" cy="4372382"/>
          </a:xfrm>
        </p:spPr>
        <p:txBody>
          <a:bodyPr/>
          <a:lstStyle/>
          <a:p>
            <a:pPr>
              <a:buFont typeface="Wingdings" pitchFamily="2" charset="2"/>
              <a:buChar char="q"/>
            </a:pPr>
            <a:r>
              <a:rPr lang="en-US" dirty="0"/>
              <a:t> Continuing Change</a:t>
            </a:r>
          </a:p>
          <a:p>
            <a:pPr>
              <a:buFont typeface="Wingdings" pitchFamily="2" charset="2"/>
              <a:buChar char="q"/>
            </a:pPr>
            <a:r>
              <a:rPr lang="en-US" dirty="0"/>
              <a:t> Increasing Complexity</a:t>
            </a:r>
          </a:p>
          <a:p>
            <a:pPr>
              <a:buFont typeface="Wingdings" pitchFamily="2" charset="2"/>
              <a:buChar char="q"/>
            </a:pPr>
            <a:r>
              <a:rPr lang="en-US" dirty="0"/>
              <a:t> Large Program Evolution</a:t>
            </a:r>
          </a:p>
          <a:p>
            <a:pPr>
              <a:buFont typeface="Wingdings" pitchFamily="2" charset="2"/>
              <a:buChar char="q"/>
            </a:pPr>
            <a:r>
              <a:rPr lang="en-US" dirty="0"/>
              <a:t> Organizational Stability</a:t>
            </a:r>
          </a:p>
          <a:p>
            <a:pPr>
              <a:buFont typeface="Wingdings" pitchFamily="2" charset="2"/>
              <a:buChar char="q"/>
            </a:pPr>
            <a:r>
              <a:rPr lang="en-US" dirty="0"/>
              <a:t> Conservation of Familiarity</a:t>
            </a:r>
          </a:p>
          <a:p>
            <a:pPr fontAlgn="ctr">
              <a:buFont typeface="Wingdings" pitchFamily="2" charset="2"/>
              <a:buChar char="q"/>
            </a:pPr>
            <a:r>
              <a:rPr lang="en-US" dirty="0"/>
              <a:t> Continuing growth</a:t>
            </a:r>
          </a:p>
          <a:p>
            <a:pPr fontAlgn="ctr">
              <a:buFont typeface="Wingdings" pitchFamily="2" charset="2"/>
              <a:buChar char="q"/>
            </a:pPr>
            <a:r>
              <a:rPr lang="en-US" dirty="0"/>
              <a:t> Declining quality</a:t>
            </a:r>
          </a:p>
          <a:p>
            <a:pPr fontAlgn="ctr">
              <a:buFont typeface="Wingdings" pitchFamily="2" charset="2"/>
              <a:buChar char="q"/>
            </a:pPr>
            <a:r>
              <a:rPr lang="en-US" dirty="0"/>
              <a:t> Feedback system</a:t>
            </a:r>
          </a:p>
          <a:p>
            <a:pPr>
              <a:buFont typeface="Wingdings" pitchFamily="2" charset="2"/>
              <a:buChar char="q"/>
            </a:pPr>
            <a:endParaRPr lang="en-US" dirty="0"/>
          </a:p>
        </p:txBody>
      </p:sp>
      <p:sp>
        <p:nvSpPr>
          <p:cNvPr id="3" name="Title 2">
            <a:extLst>
              <a:ext uri="{FF2B5EF4-FFF2-40B4-BE49-F238E27FC236}">
                <a16:creationId xmlns:a16="http://schemas.microsoft.com/office/drawing/2014/main" id="{3797406B-F0D7-D093-4227-D926800F3342}"/>
              </a:ext>
            </a:extLst>
          </p:cNvPr>
          <p:cNvSpPr>
            <a:spLocks noGrp="1"/>
          </p:cNvSpPr>
          <p:nvPr>
            <p:ph type="title"/>
          </p:nvPr>
        </p:nvSpPr>
        <p:spPr>
          <a:xfrm>
            <a:off x="838200" y="365126"/>
            <a:ext cx="10515600" cy="749572"/>
          </a:xfrm>
        </p:spPr>
        <p:txBody>
          <a:bodyPr/>
          <a:lstStyle/>
          <a:p>
            <a:r>
              <a:rPr lang="en-US" dirty="0"/>
              <a:t>Lehman’s Laws of Software Evolution</a:t>
            </a:r>
          </a:p>
        </p:txBody>
      </p:sp>
    </p:spTree>
    <p:extLst>
      <p:ext uri="{BB962C8B-B14F-4D97-AF65-F5344CB8AC3E}">
        <p14:creationId xmlns:p14="http://schemas.microsoft.com/office/powerpoint/2010/main" val="1278553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C8DD5-8CC5-44B8-A668-8FB98C48CB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B60CCA-98CB-B8BE-3358-FBFC2B9559E6}"/>
              </a:ext>
            </a:extLst>
          </p:cNvPr>
          <p:cNvSpPr>
            <a:spLocks noGrp="1"/>
          </p:cNvSpPr>
          <p:nvPr>
            <p:ph type="title"/>
          </p:nvPr>
        </p:nvSpPr>
        <p:spPr>
          <a:xfrm>
            <a:off x="838200" y="365126"/>
            <a:ext cx="10515600" cy="749572"/>
          </a:xfrm>
        </p:spPr>
        <p:txBody>
          <a:bodyPr/>
          <a:lstStyle/>
          <a:p>
            <a:r>
              <a:rPr lang="en-US" dirty="0"/>
              <a:t>Lehman’s Laws of Software Evolution</a:t>
            </a:r>
          </a:p>
        </p:txBody>
      </p:sp>
      <p:graphicFrame>
        <p:nvGraphicFramePr>
          <p:cNvPr id="4" name="Table 3">
            <a:extLst>
              <a:ext uri="{FF2B5EF4-FFF2-40B4-BE49-F238E27FC236}">
                <a16:creationId xmlns:a16="http://schemas.microsoft.com/office/drawing/2014/main" id="{94C60CB9-C3AB-E7DD-6AF4-2A2AA09B5F2C}"/>
              </a:ext>
            </a:extLst>
          </p:cNvPr>
          <p:cNvGraphicFramePr>
            <a:graphicFrameLocks noGrp="1"/>
          </p:cNvGraphicFramePr>
          <p:nvPr>
            <p:extLst>
              <p:ext uri="{D42A27DB-BD31-4B8C-83A1-F6EECF244321}">
                <p14:modId xmlns:p14="http://schemas.microsoft.com/office/powerpoint/2010/main" val="4165970240"/>
              </p:ext>
            </p:extLst>
          </p:nvPr>
        </p:nvGraphicFramePr>
        <p:xfrm>
          <a:off x="2032000" y="1198637"/>
          <a:ext cx="8128000" cy="5125720"/>
        </p:xfrm>
        <a:graphic>
          <a:graphicData uri="http://schemas.openxmlformats.org/drawingml/2006/table">
            <a:tbl>
              <a:tblPr firstRow="1" bandRow="1">
                <a:tableStyleId>{5C22544A-7EE6-4342-B048-85BDC9FD1C3A}</a:tableStyleId>
              </a:tblPr>
              <a:tblGrid>
                <a:gridCol w="2783840">
                  <a:extLst>
                    <a:ext uri="{9D8B030D-6E8A-4147-A177-3AD203B41FA5}">
                      <a16:colId xmlns:a16="http://schemas.microsoft.com/office/drawing/2014/main" val="1139878801"/>
                    </a:ext>
                  </a:extLst>
                </a:gridCol>
                <a:gridCol w="5344160">
                  <a:extLst>
                    <a:ext uri="{9D8B030D-6E8A-4147-A177-3AD203B41FA5}">
                      <a16:colId xmlns:a16="http://schemas.microsoft.com/office/drawing/2014/main" val="637620832"/>
                    </a:ext>
                  </a:extLst>
                </a:gridCol>
              </a:tblGrid>
              <a:tr h="370840">
                <a:tc>
                  <a:txBody>
                    <a:bodyPr/>
                    <a:lstStyle/>
                    <a:p>
                      <a:r>
                        <a:rPr lang="en-US" b="0" i="0" dirty="0">
                          <a:latin typeface="Ubuntu" panose="020B0504030602030204" pitchFamily="34" charset="0"/>
                        </a:rPr>
                        <a:t>Law</a:t>
                      </a:r>
                    </a:p>
                  </a:txBody>
                  <a:tcPr/>
                </a:tc>
                <a:tc>
                  <a:txBody>
                    <a:bodyPr/>
                    <a:lstStyle/>
                    <a:p>
                      <a:r>
                        <a:rPr lang="en-US" b="0" i="0" dirty="0">
                          <a:latin typeface="Ubuntu" panose="020B0504030602030204" pitchFamily="34" charset="0"/>
                        </a:rPr>
                        <a:t>Description</a:t>
                      </a:r>
                    </a:p>
                  </a:txBody>
                  <a:tcPr/>
                </a:tc>
                <a:extLst>
                  <a:ext uri="{0D108BD9-81ED-4DB2-BD59-A6C34878D82A}">
                    <a16:rowId xmlns:a16="http://schemas.microsoft.com/office/drawing/2014/main" val="3780997765"/>
                  </a:ext>
                </a:extLst>
              </a:tr>
              <a:tr h="370840">
                <a:tc>
                  <a:txBody>
                    <a:bodyPr/>
                    <a:lstStyle/>
                    <a:p>
                      <a:r>
                        <a:rPr lang="en-US" b="0" i="0" dirty="0">
                          <a:latin typeface="Ubuntu" panose="020B0504030602030204" pitchFamily="34" charset="0"/>
                        </a:rPr>
                        <a:t>Continuing change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A program that is used in a real-world environment must necessarily change, or else become progressively less useful in that environment.</a:t>
                      </a:r>
                    </a:p>
                  </a:txBody>
                  <a:tcPr anchor="ctr"/>
                </a:tc>
                <a:extLst>
                  <a:ext uri="{0D108BD9-81ED-4DB2-BD59-A6C34878D82A}">
                    <a16:rowId xmlns:a16="http://schemas.microsoft.com/office/drawing/2014/main" val="2496666842"/>
                  </a:ext>
                </a:extLst>
              </a:tr>
              <a:tr h="370840">
                <a:tc>
                  <a:txBody>
                    <a:bodyPr/>
                    <a:lstStyle/>
                    <a:p>
                      <a:r>
                        <a:rPr lang="en-US" b="0" i="0" dirty="0">
                          <a:latin typeface="Ubuntu" panose="020B0504030602030204" pitchFamily="34" charset="0"/>
                        </a:rPr>
                        <a:t>Increasing complexity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As an evolving program changes, its structure tends to become more complex. Extra resources must be devoted to preserving and simplifying the structure.</a:t>
                      </a:r>
                    </a:p>
                  </a:txBody>
                  <a:tcPr anchor="ctr"/>
                </a:tc>
                <a:extLst>
                  <a:ext uri="{0D108BD9-81ED-4DB2-BD59-A6C34878D82A}">
                    <a16:rowId xmlns:a16="http://schemas.microsoft.com/office/drawing/2014/main" val="2799336199"/>
                  </a:ext>
                </a:extLst>
              </a:tr>
              <a:tr h="370840">
                <a:tc>
                  <a:txBody>
                    <a:bodyPr/>
                    <a:lstStyle/>
                    <a:p>
                      <a:r>
                        <a:rPr lang="en-US" b="0" i="0" dirty="0">
                          <a:latin typeface="Ubuntu" panose="020B0504030602030204" pitchFamily="34" charset="0"/>
                        </a:rPr>
                        <a:t>Large program evolution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Program evolution is a self-regulating process. System attributes such as size, time between releases, and the number of reported errors is approximately invariant for each system release.</a:t>
                      </a:r>
                    </a:p>
                  </a:txBody>
                  <a:tcPr anchor="ctr"/>
                </a:tc>
                <a:extLst>
                  <a:ext uri="{0D108BD9-81ED-4DB2-BD59-A6C34878D82A}">
                    <a16:rowId xmlns:a16="http://schemas.microsoft.com/office/drawing/2014/main" val="1962123164"/>
                  </a:ext>
                </a:extLst>
              </a:tr>
              <a:tr h="370840">
                <a:tc>
                  <a:txBody>
                    <a:bodyPr/>
                    <a:lstStyle/>
                    <a:p>
                      <a:r>
                        <a:rPr lang="en-US" b="0" i="0" dirty="0">
                          <a:latin typeface="Ubuntu" panose="020B0504030602030204" pitchFamily="34" charset="0"/>
                        </a:rPr>
                        <a:t>Organizational stability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Over a program’s lifetime, its rate of development is approximately constant and independent of the resources devoted to system development.</a:t>
                      </a:r>
                    </a:p>
                  </a:txBody>
                  <a:tcPr anchor="ctr"/>
                </a:tc>
                <a:extLst>
                  <a:ext uri="{0D108BD9-81ED-4DB2-BD59-A6C34878D82A}">
                    <a16:rowId xmlns:a16="http://schemas.microsoft.com/office/drawing/2014/main" val="3984478640"/>
                  </a:ext>
                </a:extLst>
              </a:tr>
            </a:tbl>
          </a:graphicData>
        </a:graphic>
      </p:graphicFrame>
    </p:spTree>
    <p:extLst>
      <p:ext uri="{BB962C8B-B14F-4D97-AF65-F5344CB8AC3E}">
        <p14:creationId xmlns:p14="http://schemas.microsoft.com/office/powerpoint/2010/main" val="2151892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C6149-DDE4-64DB-56B5-B23A11497B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1FE383-87BF-1696-B7FD-E47C8B2A58A3}"/>
              </a:ext>
            </a:extLst>
          </p:cNvPr>
          <p:cNvSpPr>
            <a:spLocks noGrp="1"/>
          </p:cNvSpPr>
          <p:nvPr>
            <p:ph type="title"/>
          </p:nvPr>
        </p:nvSpPr>
        <p:spPr>
          <a:xfrm>
            <a:off x="838200" y="365126"/>
            <a:ext cx="10515600" cy="749572"/>
          </a:xfrm>
        </p:spPr>
        <p:txBody>
          <a:bodyPr/>
          <a:lstStyle/>
          <a:p>
            <a:r>
              <a:rPr lang="en-US" dirty="0"/>
              <a:t>Lehman’s Laws of Software Evolution</a:t>
            </a:r>
          </a:p>
        </p:txBody>
      </p:sp>
      <p:graphicFrame>
        <p:nvGraphicFramePr>
          <p:cNvPr id="4" name="Table 3">
            <a:extLst>
              <a:ext uri="{FF2B5EF4-FFF2-40B4-BE49-F238E27FC236}">
                <a16:creationId xmlns:a16="http://schemas.microsoft.com/office/drawing/2014/main" id="{EE83E4D0-C184-7F8D-033C-4203B73FE63D}"/>
              </a:ext>
            </a:extLst>
          </p:cNvPr>
          <p:cNvGraphicFramePr>
            <a:graphicFrameLocks noGrp="1"/>
          </p:cNvGraphicFramePr>
          <p:nvPr>
            <p:extLst>
              <p:ext uri="{D42A27DB-BD31-4B8C-83A1-F6EECF244321}">
                <p14:modId xmlns:p14="http://schemas.microsoft.com/office/powerpoint/2010/main" val="2911957777"/>
              </p:ext>
            </p:extLst>
          </p:nvPr>
        </p:nvGraphicFramePr>
        <p:xfrm>
          <a:off x="2032000" y="1268306"/>
          <a:ext cx="8128000" cy="4035940"/>
        </p:xfrm>
        <a:graphic>
          <a:graphicData uri="http://schemas.openxmlformats.org/drawingml/2006/table">
            <a:tbl>
              <a:tblPr firstRow="1" bandRow="1">
                <a:tableStyleId>{5C22544A-7EE6-4342-B048-85BDC9FD1C3A}</a:tableStyleId>
              </a:tblPr>
              <a:tblGrid>
                <a:gridCol w="2783840">
                  <a:extLst>
                    <a:ext uri="{9D8B030D-6E8A-4147-A177-3AD203B41FA5}">
                      <a16:colId xmlns:a16="http://schemas.microsoft.com/office/drawing/2014/main" val="1139878801"/>
                    </a:ext>
                  </a:extLst>
                </a:gridCol>
                <a:gridCol w="5344160">
                  <a:extLst>
                    <a:ext uri="{9D8B030D-6E8A-4147-A177-3AD203B41FA5}">
                      <a16:colId xmlns:a16="http://schemas.microsoft.com/office/drawing/2014/main" val="637620832"/>
                    </a:ext>
                  </a:extLst>
                </a:gridCol>
              </a:tblGrid>
              <a:tr h="370840">
                <a:tc>
                  <a:txBody>
                    <a:bodyPr/>
                    <a:lstStyle/>
                    <a:p>
                      <a:r>
                        <a:rPr lang="en-US" b="0" i="0" dirty="0">
                          <a:latin typeface="Ubuntu" panose="020B0504030602030204" pitchFamily="34" charset="0"/>
                        </a:rPr>
                        <a:t>Law</a:t>
                      </a:r>
                    </a:p>
                  </a:txBody>
                  <a:tcPr/>
                </a:tc>
                <a:tc>
                  <a:txBody>
                    <a:bodyPr/>
                    <a:lstStyle/>
                    <a:p>
                      <a:r>
                        <a:rPr lang="en-US" b="0" i="0" dirty="0">
                          <a:latin typeface="Ubuntu" panose="020B0504030602030204" pitchFamily="34" charset="0"/>
                        </a:rPr>
                        <a:t>Description</a:t>
                      </a:r>
                    </a:p>
                  </a:txBody>
                  <a:tcPr/>
                </a:tc>
                <a:extLst>
                  <a:ext uri="{0D108BD9-81ED-4DB2-BD59-A6C34878D82A}">
                    <a16:rowId xmlns:a16="http://schemas.microsoft.com/office/drawing/2014/main" val="3780997765"/>
                  </a:ext>
                </a:extLst>
              </a:tr>
              <a:tr h="834089">
                <a:tc>
                  <a:txBody>
                    <a:bodyPr/>
                    <a:lstStyle/>
                    <a:p>
                      <a:r>
                        <a:rPr lang="en-US" b="0" i="0" dirty="0">
                          <a:latin typeface="Ubuntu" panose="020B0504030602030204" pitchFamily="34" charset="0"/>
                        </a:rPr>
                        <a:t>Conservation of familiarity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Over the lifetime of a system, the incremental change in each release is approximately constant.</a:t>
                      </a:r>
                    </a:p>
                  </a:txBody>
                  <a:tcPr anchor="ctr"/>
                </a:tc>
                <a:extLst>
                  <a:ext uri="{0D108BD9-81ED-4DB2-BD59-A6C34878D82A}">
                    <a16:rowId xmlns:a16="http://schemas.microsoft.com/office/drawing/2014/main" val="2496666842"/>
                  </a:ext>
                </a:extLst>
              </a:tr>
              <a:tr h="727891">
                <a:tc>
                  <a:txBody>
                    <a:bodyPr/>
                    <a:lstStyle/>
                    <a:p>
                      <a:r>
                        <a:rPr lang="en-US" b="0" i="0" dirty="0">
                          <a:latin typeface="Ubuntu" panose="020B0504030602030204" pitchFamily="34" charset="0"/>
                        </a:rPr>
                        <a:t>Continuing growth</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The functionality offered by systems has to continually increase to maintain user satisfaction.</a:t>
                      </a:r>
                    </a:p>
                  </a:txBody>
                  <a:tcPr anchor="ctr"/>
                </a:tc>
                <a:extLst>
                  <a:ext uri="{0D108BD9-81ED-4DB2-BD59-A6C34878D82A}">
                    <a16:rowId xmlns:a16="http://schemas.microsoft.com/office/drawing/2014/main" val="2799336199"/>
                  </a:ext>
                </a:extLst>
              </a:tr>
              <a:tr h="665481">
                <a:tc>
                  <a:txBody>
                    <a:bodyPr/>
                    <a:lstStyle/>
                    <a:p>
                      <a:r>
                        <a:rPr lang="en-US" b="0" i="0" dirty="0">
                          <a:latin typeface="Ubuntu" panose="020B0504030602030204" pitchFamily="34" charset="0"/>
                        </a:rPr>
                        <a:t>Declining quality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The quality of systems will decline unless they are modified to reflect changes in their operational environment.</a:t>
                      </a:r>
                    </a:p>
                  </a:txBody>
                  <a:tcPr anchor="ctr"/>
                </a:tc>
                <a:extLst>
                  <a:ext uri="{0D108BD9-81ED-4DB2-BD59-A6C34878D82A}">
                    <a16:rowId xmlns:a16="http://schemas.microsoft.com/office/drawing/2014/main" val="1962123164"/>
                  </a:ext>
                </a:extLst>
              </a:tr>
              <a:tr h="370840">
                <a:tc>
                  <a:txBody>
                    <a:bodyPr/>
                    <a:lstStyle/>
                    <a:p>
                      <a:r>
                        <a:rPr lang="en-US" b="0" i="0" dirty="0">
                          <a:latin typeface="Ubuntu" panose="020B0504030602030204" pitchFamily="34" charset="0"/>
                        </a:rPr>
                        <a:t>Feedback system</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Ubuntu" panose="020B0504030602030204" pitchFamily="34" charset="0"/>
                        </a:rPr>
                        <a:t>Evolution processes incorporate multiagent, multiloop feedback systems and you have to treat them as feedback systems to achieve significant product improvement.</a:t>
                      </a:r>
                    </a:p>
                  </a:txBody>
                  <a:tcPr anchor="ctr"/>
                </a:tc>
                <a:extLst>
                  <a:ext uri="{0D108BD9-81ED-4DB2-BD59-A6C34878D82A}">
                    <a16:rowId xmlns:a16="http://schemas.microsoft.com/office/drawing/2014/main" val="3984478640"/>
                  </a:ext>
                </a:extLst>
              </a:tr>
            </a:tbl>
          </a:graphicData>
        </a:graphic>
      </p:graphicFrame>
    </p:spTree>
    <p:extLst>
      <p:ext uri="{BB962C8B-B14F-4D97-AF65-F5344CB8AC3E}">
        <p14:creationId xmlns:p14="http://schemas.microsoft.com/office/powerpoint/2010/main" val="2350450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C9F95-33F5-B38C-66D1-0527418C6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A80DA3-E6AD-1410-4DFE-8495B9B3B72B}"/>
              </a:ext>
            </a:extLst>
          </p:cNvPr>
          <p:cNvSpPr>
            <a:spLocks noGrp="1"/>
          </p:cNvSpPr>
          <p:nvPr>
            <p:ph type="title"/>
          </p:nvPr>
        </p:nvSpPr>
        <p:spPr>
          <a:xfrm>
            <a:off x="838200" y="365126"/>
            <a:ext cx="10515600" cy="749572"/>
          </a:xfrm>
        </p:spPr>
        <p:txBody>
          <a:bodyPr/>
          <a:lstStyle/>
          <a:p>
            <a:r>
              <a:rPr lang="en-US" dirty="0"/>
              <a:t>Types of Software Maintenance</a:t>
            </a:r>
          </a:p>
        </p:txBody>
      </p:sp>
      <p:sp>
        <p:nvSpPr>
          <p:cNvPr id="5" name="TextBox 4">
            <a:extLst>
              <a:ext uri="{FF2B5EF4-FFF2-40B4-BE49-F238E27FC236}">
                <a16:creationId xmlns:a16="http://schemas.microsoft.com/office/drawing/2014/main" id="{4463AFF6-AD5E-AFFD-6405-E8BFC921007B}"/>
              </a:ext>
            </a:extLst>
          </p:cNvPr>
          <p:cNvSpPr txBox="1"/>
          <p:nvPr/>
        </p:nvSpPr>
        <p:spPr>
          <a:xfrm>
            <a:off x="1288868" y="1302658"/>
            <a:ext cx="9614263" cy="5016758"/>
          </a:xfrm>
          <a:prstGeom prst="rect">
            <a:avLst/>
          </a:prstGeom>
          <a:noFill/>
        </p:spPr>
        <p:txBody>
          <a:bodyPr wrap="square">
            <a:spAutoFit/>
          </a:bodyPr>
          <a:lstStyle/>
          <a:p>
            <a:r>
              <a:rPr lang="en-US" sz="2000" b="1" dirty="0">
                <a:solidFill>
                  <a:schemeClr val="accent1"/>
                </a:solidFill>
                <a:latin typeface="Ubuntu" panose="020B0504030602030204" pitchFamily="34" charset="0"/>
              </a:rPr>
              <a:t>Fault repairs: </a:t>
            </a:r>
            <a:r>
              <a:rPr lang="en-US" sz="2000" dirty="0">
                <a:latin typeface="Ubuntu" panose="020B0504030602030204" pitchFamily="34" charset="0"/>
              </a:rPr>
              <a:t>Coding errors are usually relatively cheap to correct; design errors are more expensive as they may involve rewriting several program components. Requirements errors are the most expensive to repair because of the extensive system redesign which may be necessary.</a:t>
            </a:r>
          </a:p>
          <a:p>
            <a:endParaRPr lang="en-US" sz="2000" dirty="0">
              <a:latin typeface="Ubuntu" panose="020B0504030602030204" pitchFamily="34" charset="0"/>
            </a:endParaRPr>
          </a:p>
          <a:p>
            <a:r>
              <a:rPr lang="en-US" sz="2000" b="1" dirty="0">
                <a:solidFill>
                  <a:schemeClr val="accent1"/>
                </a:solidFill>
                <a:latin typeface="Ubuntu" panose="020B0504030602030204" pitchFamily="34" charset="0"/>
              </a:rPr>
              <a:t>Environmental adaptation: </a:t>
            </a:r>
            <a:r>
              <a:rPr lang="en-US" sz="2000" dirty="0">
                <a:latin typeface="Ubuntu" panose="020B0504030602030204" pitchFamily="34" charset="0"/>
              </a:rPr>
              <a:t>This type of maintenance is required when some aspect of the system’s environment such as the hardware, the platform operating system, or other support software changes. The application system must be modified to adapt it to cope with these environmental changes.</a:t>
            </a:r>
          </a:p>
          <a:p>
            <a:endParaRPr lang="en-US" sz="2000" dirty="0">
              <a:latin typeface="Ubuntu" panose="020B0504030602030204" pitchFamily="34" charset="0"/>
            </a:endParaRPr>
          </a:p>
          <a:p>
            <a:r>
              <a:rPr lang="en-US" sz="2000" b="1" dirty="0">
                <a:solidFill>
                  <a:schemeClr val="accent1"/>
                </a:solidFill>
                <a:latin typeface="Ubuntu" panose="020B0504030602030204" pitchFamily="34" charset="0"/>
              </a:rPr>
              <a:t>Functionality addition: </a:t>
            </a:r>
            <a:r>
              <a:rPr lang="en-US" sz="2000" dirty="0">
                <a:latin typeface="Ubuntu" panose="020B0504030602030204" pitchFamily="34" charset="0"/>
              </a:rPr>
              <a:t>This type of maintenance is necessary when the system requirements change in response to organizational or business change. The scale of the changes required to the software is often much greater than for the other types of maintenance.</a:t>
            </a:r>
          </a:p>
          <a:p>
            <a:endParaRPr lang="en-US" sz="2000" dirty="0">
              <a:latin typeface="Ubuntu" panose="020B0504030602030204" pitchFamily="34" charset="0"/>
            </a:endParaRPr>
          </a:p>
          <a:p>
            <a:endParaRPr lang="en-US" sz="2000" dirty="0">
              <a:latin typeface="Ubuntu" panose="020B0504030602030204" pitchFamily="34" charset="0"/>
            </a:endParaRPr>
          </a:p>
        </p:txBody>
      </p:sp>
    </p:spTree>
    <p:extLst>
      <p:ext uri="{BB962C8B-B14F-4D97-AF65-F5344CB8AC3E}">
        <p14:creationId xmlns:p14="http://schemas.microsoft.com/office/powerpoint/2010/main" val="290326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AC9BF-6211-AAF4-0997-4E4D0FD5A7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605352-E9E1-60CC-87B6-919C2E48C795}"/>
              </a:ext>
            </a:extLst>
          </p:cNvPr>
          <p:cNvSpPr>
            <a:spLocks noGrp="1"/>
          </p:cNvSpPr>
          <p:nvPr>
            <p:ph type="title"/>
          </p:nvPr>
        </p:nvSpPr>
        <p:spPr>
          <a:xfrm>
            <a:off x="838200" y="365126"/>
            <a:ext cx="10515600" cy="749572"/>
          </a:xfrm>
        </p:spPr>
        <p:txBody>
          <a:bodyPr/>
          <a:lstStyle/>
          <a:p>
            <a:r>
              <a:rPr lang="en-US" dirty="0"/>
              <a:t>Types of Software Maintenance</a:t>
            </a:r>
          </a:p>
        </p:txBody>
      </p:sp>
      <p:sp>
        <p:nvSpPr>
          <p:cNvPr id="5" name="TextBox 4">
            <a:extLst>
              <a:ext uri="{FF2B5EF4-FFF2-40B4-BE49-F238E27FC236}">
                <a16:creationId xmlns:a16="http://schemas.microsoft.com/office/drawing/2014/main" id="{C969F2E3-2AC2-6B17-391C-44644F331808}"/>
              </a:ext>
            </a:extLst>
          </p:cNvPr>
          <p:cNvSpPr txBox="1"/>
          <p:nvPr/>
        </p:nvSpPr>
        <p:spPr>
          <a:xfrm>
            <a:off x="1637211" y="1180738"/>
            <a:ext cx="8839200" cy="1938992"/>
          </a:xfrm>
          <a:prstGeom prst="rect">
            <a:avLst/>
          </a:prstGeom>
          <a:noFill/>
        </p:spPr>
        <p:txBody>
          <a:bodyPr wrap="square">
            <a:spAutoFit/>
          </a:bodyPr>
          <a:lstStyle/>
          <a:p>
            <a:pPr marL="342900" indent="-342900">
              <a:buFont typeface="Wingdings" pitchFamily="2" charset="2"/>
              <a:buChar char="q"/>
            </a:pPr>
            <a:r>
              <a:rPr lang="en-US" sz="2000" b="1" dirty="0">
                <a:latin typeface="Ubuntu" panose="020B0504030602030204" pitchFamily="34" charset="0"/>
              </a:rPr>
              <a:t>Corrective</a:t>
            </a:r>
            <a:r>
              <a:rPr lang="en-US" sz="2000" dirty="0">
                <a:latin typeface="Ubuntu" panose="020B0504030602030204" pitchFamily="34" charset="0"/>
              </a:rPr>
              <a:t>: Fixes errors and bugs discovered after deployment.</a:t>
            </a:r>
          </a:p>
          <a:p>
            <a:pPr marL="342900" indent="-342900">
              <a:buFont typeface="Wingdings" pitchFamily="2" charset="2"/>
              <a:buChar char="q"/>
            </a:pPr>
            <a:r>
              <a:rPr lang="en-US" sz="2000" b="1" dirty="0">
                <a:latin typeface="Ubuntu" panose="020B0504030602030204" pitchFamily="34" charset="0"/>
              </a:rPr>
              <a:t>Adaptive</a:t>
            </a:r>
            <a:r>
              <a:rPr lang="en-US" sz="2000" dirty="0">
                <a:latin typeface="Ubuntu" panose="020B0504030602030204" pitchFamily="34" charset="0"/>
              </a:rPr>
              <a:t>: Changes made to keep software usable in a changing environment.</a:t>
            </a:r>
          </a:p>
          <a:p>
            <a:pPr marL="342900" indent="-342900">
              <a:buFont typeface="Wingdings" pitchFamily="2" charset="2"/>
              <a:buChar char="q"/>
            </a:pPr>
            <a:r>
              <a:rPr lang="en-US" sz="2000" b="1" dirty="0">
                <a:latin typeface="Ubuntu" panose="020B0504030602030204" pitchFamily="34" charset="0"/>
              </a:rPr>
              <a:t>Perfective</a:t>
            </a:r>
            <a:r>
              <a:rPr lang="en-US" sz="2000" dirty="0">
                <a:latin typeface="Ubuntu" panose="020B0504030602030204" pitchFamily="34" charset="0"/>
              </a:rPr>
              <a:t>: Enhancements to improve performance or maintainability.</a:t>
            </a:r>
          </a:p>
          <a:p>
            <a:pPr marL="342900" indent="-342900">
              <a:buFont typeface="Wingdings" pitchFamily="2" charset="2"/>
              <a:buChar char="q"/>
            </a:pPr>
            <a:r>
              <a:rPr lang="en-US" sz="2000" b="1" dirty="0">
                <a:latin typeface="Ubuntu" panose="020B0504030602030204" pitchFamily="34" charset="0"/>
              </a:rPr>
              <a:t>Preventive</a:t>
            </a:r>
            <a:r>
              <a:rPr lang="en-US" sz="2000" dirty="0">
                <a:latin typeface="Ubuntu" panose="020B0504030602030204" pitchFamily="34" charset="0"/>
              </a:rPr>
              <a:t>: Changes to prevent future problems.</a:t>
            </a:r>
          </a:p>
          <a:p>
            <a:pPr marL="342900" indent="-342900">
              <a:buFont typeface="Wingdings" pitchFamily="2" charset="2"/>
              <a:buChar char="q"/>
            </a:pPr>
            <a:endParaRPr lang="en-US" sz="2000" dirty="0">
              <a:latin typeface="Ubuntu" panose="020B0504030602030204" pitchFamily="34" charset="0"/>
            </a:endParaRPr>
          </a:p>
        </p:txBody>
      </p:sp>
      <p:pic>
        <p:nvPicPr>
          <p:cNvPr id="2" name="Picture 1">
            <a:extLst>
              <a:ext uri="{FF2B5EF4-FFF2-40B4-BE49-F238E27FC236}">
                <a16:creationId xmlns:a16="http://schemas.microsoft.com/office/drawing/2014/main" id="{46007458-5140-910A-F2E4-0680EA0CC1AA}"/>
              </a:ext>
            </a:extLst>
          </p:cNvPr>
          <p:cNvPicPr>
            <a:picLocks noChangeAspect="1"/>
          </p:cNvPicPr>
          <p:nvPr/>
        </p:nvPicPr>
        <p:blipFill>
          <a:blip r:embed="rId2"/>
          <a:stretch>
            <a:fillRect/>
          </a:stretch>
        </p:blipFill>
        <p:spPr>
          <a:xfrm>
            <a:off x="3779520" y="2806358"/>
            <a:ext cx="3497723" cy="3124180"/>
          </a:xfrm>
          <a:prstGeom prst="rect">
            <a:avLst/>
          </a:prstGeom>
        </p:spPr>
      </p:pic>
      <p:sp>
        <p:nvSpPr>
          <p:cNvPr id="6" name="TextBox 5">
            <a:extLst>
              <a:ext uri="{FF2B5EF4-FFF2-40B4-BE49-F238E27FC236}">
                <a16:creationId xmlns:a16="http://schemas.microsoft.com/office/drawing/2014/main" id="{EACA0EAB-1FCA-6107-DEB6-6CC41EB110F2}"/>
              </a:ext>
            </a:extLst>
          </p:cNvPr>
          <p:cNvSpPr txBox="1"/>
          <p:nvPr/>
        </p:nvSpPr>
        <p:spPr>
          <a:xfrm>
            <a:off x="3437708" y="5930538"/>
            <a:ext cx="4400006" cy="369332"/>
          </a:xfrm>
          <a:prstGeom prst="rect">
            <a:avLst/>
          </a:prstGeom>
          <a:noFill/>
        </p:spPr>
        <p:txBody>
          <a:bodyPr wrap="square">
            <a:spAutoFit/>
          </a:bodyPr>
          <a:lstStyle/>
          <a:p>
            <a:r>
              <a:rPr lang="en-US" dirty="0">
                <a:latin typeface="Ubuntu Light" panose="020B0304030602030204" pitchFamily="34" charset="0"/>
              </a:rPr>
              <a:t>Figure: Maintenance effort distribution</a:t>
            </a:r>
          </a:p>
        </p:txBody>
      </p:sp>
    </p:spTree>
    <p:extLst>
      <p:ext uri="{BB962C8B-B14F-4D97-AF65-F5344CB8AC3E}">
        <p14:creationId xmlns:p14="http://schemas.microsoft.com/office/powerpoint/2010/main" val="2821521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3D043-B874-2338-6FEB-3D026A763E0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ADB7D1-95EA-63B1-CA58-BEAA376B324F}"/>
              </a:ext>
            </a:extLst>
          </p:cNvPr>
          <p:cNvSpPr>
            <a:spLocks noGrp="1"/>
          </p:cNvSpPr>
          <p:nvPr>
            <p:ph type="title"/>
          </p:nvPr>
        </p:nvSpPr>
        <p:spPr>
          <a:xfrm>
            <a:off x="838200" y="365126"/>
            <a:ext cx="10515600" cy="749572"/>
          </a:xfrm>
        </p:spPr>
        <p:txBody>
          <a:bodyPr/>
          <a:lstStyle/>
          <a:p>
            <a:r>
              <a:rPr lang="en-US" dirty="0"/>
              <a:t>Maintenance Cost </a:t>
            </a:r>
          </a:p>
        </p:txBody>
      </p:sp>
      <p:sp>
        <p:nvSpPr>
          <p:cNvPr id="5" name="TextBox 4">
            <a:extLst>
              <a:ext uri="{FF2B5EF4-FFF2-40B4-BE49-F238E27FC236}">
                <a16:creationId xmlns:a16="http://schemas.microsoft.com/office/drawing/2014/main" id="{0B88A92C-942C-978F-5F9D-7E12575356AF}"/>
              </a:ext>
            </a:extLst>
          </p:cNvPr>
          <p:cNvSpPr txBox="1"/>
          <p:nvPr/>
        </p:nvSpPr>
        <p:spPr>
          <a:xfrm>
            <a:off x="1489164" y="1114698"/>
            <a:ext cx="9716589" cy="5940088"/>
          </a:xfrm>
          <a:prstGeom prst="rect">
            <a:avLst/>
          </a:prstGeom>
          <a:noFill/>
        </p:spPr>
        <p:txBody>
          <a:bodyPr wrap="square">
            <a:spAutoFit/>
          </a:bodyPr>
          <a:lstStyle/>
          <a:p>
            <a:r>
              <a:rPr lang="en-US" sz="2000" b="1" dirty="0">
                <a:latin typeface="Ubuntu" panose="020B0504030602030204" pitchFamily="34" charset="0"/>
              </a:rPr>
              <a:t>Software maintenance </a:t>
            </a:r>
            <a:r>
              <a:rPr lang="en-US" sz="2000" dirty="0">
                <a:latin typeface="Ubuntu" panose="020B0504030602030204" pitchFamily="34" charset="0"/>
              </a:rPr>
              <a:t>takes up a higher proportion of IT budgets than new development (roughly two-thirds maintenance, one-third development).</a:t>
            </a:r>
          </a:p>
          <a:p>
            <a:endParaRPr lang="en-US" sz="2000" dirty="0">
              <a:latin typeface="Ubuntu" panose="020B0504030602030204" pitchFamily="34" charset="0"/>
            </a:endParaRPr>
          </a:p>
          <a:p>
            <a:r>
              <a:rPr lang="en-US" sz="2000" dirty="0">
                <a:latin typeface="Ubuntu" panose="020B0504030602030204" pitchFamily="34" charset="0"/>
              </a:rPr>
              <a:t>The relative costs of </a:t>
            </a:r>
            <a:r>
              <a:rPr lang="en-US" sz="2000" b="1" dirty="0">
                <a:latin typeface="Ubuntu" panose="020B0504030602030204" pitchFamily="34" charset="0"/>
              </a:rPr>
              <a:t>maintenance</a:t>
            </a:r>
            <a:r>
              <a:rPr lang="en-US" sz="2000" dirty="0">
                <a:latin typeface="Ubuntu" panose="020B0504030602030204" pitchFamily="34" charset="0"/>
              </a:rPr>
              <a:t> and </a:t>
            </a:r>
            <a:r>
              <a:rPr lang="en-US" sz="2000" b="1" dirty="0">
                <a:latin typeface="Ubuntu" panose="020B0504030602030204" pitchFamily="34" charset="0"/>
              </a:rPr>
              <a:t>new development </a:t>
            </a:r>
            <a:r>
              <a:rPr lang="en-US" sz="2000" dirty="0">
                <a:latin typeface="Ubuntu" panose="020B0504030602030204" pitchFamily="34" charset="0"/>
              </a:rPr>
              <a:t>vary from one application domain to another. Guimaraes (1983) found that the maintenance costs for business application systems are broadly comparable with system development costs.</a:t>
            </a:r>
          </a:p>
          <a:p>
            <a:endParaRPr lang="en-US" sz="2000" dirty="0">
              <a:latin typeface="Ubuntu" panose="020B0504030602030204" pitchFamily="34" charset="0"/>
            </a:endParaRPr>
          </a:p>
          <a:p>
            <a:pPr lvl="0" eaLnBrk="0" fontAlgn="base" hangingPunct="0">
              <a:spcBef>
                <a:spcPct val="0"/>
              </a:spcBef>
              <a:spcAft>
                <a:spcPct val="0"/>
              </a:spcAft>
            </a:pPr>
            <a:r>
              <a:rPr lang="en-US" altLang="en-US" sz="2000" dirty="0">
                <a:latin typeface="Ubuntu" panose="020B0504030602030204" pitchFamily="34" charset="0"/>
              </a:rPr>
              <a:t>In embedded real-time systems, maintenance costs can be up to four times higher than development costs.</a:t>
            </a:r>
          </a:p>
          <a:p>
            <a:pPr lvl="0" eaLnBrk="0" fontAlgn="base" hangingPunct="0">
              <a:spcBef>
                <a:spcPct val="0"/>
              </a:spcBef>
              <a:spcAft>
                <a:spcPct val="0"/>
              </a:spcAft>
            </a:pPr>
            <a:endParaRPr lang="en-US" altLang="en-US" sz="2000" dirty="0">
              <a:latin typeface="Ubuntu" panose="020B0504030602030204" pitchFamily="34" charset="0"/>
            </a:endParaRPr>
          </a:p>
          <a:p>
            <a:pPr lvl="0" eaLnBrk="0" fontAlgn="base" hangingPunct="0">
              <a:spcBef>
                <a:spcPct val="0"/>
              </a:spcBef>
              <a:spcAft>
                <a:spcPct val="0"/>
              </a:spcAft>
            </a:pPr>
            <a:r>
              <a:rPr lang="en-US" altLang="en-US" sz="2000" dirty="0">
                <a:latin typeface="Ubuntu" panose="020B0504030602030204" pitchFamily="34" charset="0"/>
              </a:rPr>
              <a:t>These systems require very high reliability and performance, which leads to:</a:t>
            </a:r>
          </a:p>
          <a:p>
            <a:pPr marL="800100" lvl="1" indent="-342900" eaLnBrk="0" fontAlgn="base" hangingPunct="0">
              <a:spcBef>
                <a:spcPct val="0"/>
              </a:spcBef>
              <a:spcAft>
                <a:spcPct val="0"/>
              </a:spcAft>
              <a:buFont typeface="Wingdings" pitchFamily="2" charset="2"/>
              <a:buChar char="q"/>
            </a:pPr>
            <a:r>
              <a:rPr lang="en-US" altLang="en-US" sz="2000" dirty="0">
                <a:latin typeface="Ubuntu" panose="020B0504030602030204" pitchFamily="34" charset="0"/>
              </a:rPr>
              <a:t>Tightly coupled modules</a:t>
            </a:r>
          </a:p>
          <a:p>
            <a:pPr marL="800100" lvl="1" indent="-342900" eaLnBrk="0" fontAlgn="base" hangingPunct="0">
              <a:spcBef>
                <a:spcPct val="0"/>
              </a:spcBef>
              <a:spcAft>
                <a:spcPct val="0"/>
              </a:spcAft>
              <a:buFont typeface="Wingdings" pitchFamily="2" charset="2"/>
              <a:buChar char="q"/>
            </a:pPr>
            <a:r>
              <a:rPr lang="en-US" altLang="en-US" sz="2000" dirty="0">
                <a:latin typeface="Ubuntu" panose="020B0504030602030204" pitchFamily="34" charset="0"/>
              </a:rPr>
              <a:t>Strong interdependencies between components</a:t>
            </a:r>
          </a:p>
          <a:p>
            <a:pPr marL="800100" lvl="1" indent="-342900" eaLnBrk="0" fontAlgn="base" hangingPunct="0">
              <a:spcBef>
                <a:spcPct val="0"/>
              </a:spcBef>
              <a:spcAft>
                <a:spcPct val="0"/>
              </a:spcAft>
              <a:buFont typeface="Wingdings" pitchFamily="2" charset="2"/>
              <a:buChar char="q"/>
            </a:pPr>
            <a:endParaRPr lang="en-US" altLang="en-US" sz="2000" dirty="0">
              <a:latin typeface="Ubuntu" panose="020B0504030602030204" pitchFamily="34" charset="0"/>
            </a:endParaRPr>
          </a:p>
          <a:p>
            <a:pPr lvl="0" eaLnBrk="0" fontAlgn="base" hangingPunct="0">
              <a:spcBef>
                <a:spcPct val="0"/>
              </a:spcBef>
              <a:spcAft>
                <a:spcPct val="0"/>
              </a:spcAft>
            </a:pPr>
            <a:r>
              <a:rPr lang="en-US" altLang="en-US" sz="2000" dirty="0">
                <a:latin typeface="Ubuntu" panose="020B0504030602030204" pitchFamily="34" charset="0"/>
              </a:rPr>
              <a:t>Because of tight coupling, making changes becomes difficult and expensive.</a:t>
            </a:r>
          </a:p>
          <a:p>
            <a:endParaRPr lang="en-US" sz="2000" dirty="0">
              <a:latin typeface="Ubuntu" panose="020B0504030602030204" pitchFamily="34" charset="0"/>
            </a:endParaRPr>
          </a:p>
          <a:p>
            <a:endParaRPr lang="en-US" sz="2000" dirty="0">
              <a:latin typeface="Ubuntu" panose="020B0504030602030204" pitchFamily="34" charset="0"/>
            </a:endParaRPr>
          </a:p>
          <a:p>
            <a:endParaRPr lang="en-US" sz="2000" dirty="0">
              <a:latin typeface="Ubuntu" panose="020B0504030602030204" pitchFamily="34" charset="0"/>
            </a:endParaRPr>
          </a:p>
        </p:txBody>
      </p:sp>
    </p:spTree>
    <p:extLst>
      <p:ext uri="{BB962C8B-B14F-4D97-AF65-F5344CB8AC3E}">
        <p14:creationId xmlns:p14="http://schemas.microsoft.com/office/powerpoint/2010/main" val="1725380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407B1-357C-0A38-B51A-2976957006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233EB1-FD81-441F-64A4-3CF20C6A0130}"/>
              </a:ext>
            </a:extLst>
          </p:cNvPr>
          <p:cNvSpPr>
            <a:spLocks noGrp="1"/>
          </p:cNvSpPr>
          <p:nvPr>
            <p:ph type="title"/>
          </p:nvPr>
        </p:nvSpPr>
        <p:spPr>
          <a:xfrm>
            <a:off x="838200" y="365126"/>
            <a:ext cx="10515600" cy="749572"/>
          </a:xfrm>
        </p:spPr>
        <p:txBody>
          <a:bodyPr/>
          <a:lstStyle/>
          <a:p>
            <a:r>
              <a:rPr lang="en-US" sz="3600" dirty="0"/>
              <a:t>Factors Increasing Software Maintenance Cost</a:t>
            </a:r>
          </a:p>
        </p:txBody>
      </p:sp>
      <p:sp>
        <p:nvSpPr>
          <p:cNvPr id="5" name="TextBox 4">
            <a:extLst>
              <a:ext uri="{FF2B5EF4-FFF2-40B4-BE49-F238E27FC236}">
                <a16:creationId xmlns:a16="http://schemas.microsoft.com/office/drawing/2014/main" id="{E67E77B0-A887-A87B-B72A-CC09ACDECDF8}"/>
              </a:ext>
            </a:extLst>
          </p:cNvPr>
          <p:cNvSpPr txBox="1"/>
          <p:nvPr/>
        </p:nvSpPr>
        <p:spPr>
          <a:xfrm>
            <a:off x="1489164" y="1088573"/>
            <a:ext cx="9716589" cy="5324535"/>
          </a:xfrm>
          <a:prstGeom prst="rect">
            <a:avLst/>
          </a:prstGeom>
          <a:noFill/>
        </p:spPr>
        <p:txBody>
          <a:bodyPr wrap="square">
            <a:spAutoFit/>
          </a:bodyPr>
          <a:lstStyle/>
          <a:p>
            <a:r>
              <a:rPr lang="en-US" sz="2000" dirty="0">
                <a:latin typeface="Ubuntu" panose="020B0504030602030204" pitchFamily="34" charset="0"/>
              </a:rPr>
              <a:t>It is usually more expensive to add functionality after a system is in operation than it is to implement the same functionality during development. The reasons for this are:</a:t>
            </a:r>
          </a:p>
          <a:p>
            <a:r>
              <a:rPr lang="en-US" sz="2000" b="1" dirty="0">
                <a:latin typeface="Ubuntu" panose="020B0504030602030204" pitchFamily="34" charset="0"/>
              </a:rPr>
              <a:t>Team Stability</a:t>
            </a:r>
          </a:p>
          <a:p>
            <a:pPr marL="800100" lvl="1" indent="-342900">
              <a:buFont typeface="Wingdings" pitchFamily="2" charset="2"/>
              <a:buChar char="q"/>
            </a:pPr>
            <a:r>
              <a:rPr lang="en-US" sz="2000" dirty="0">
                <a:latin typeface="Ubuntu" panose="020B0504030602030204" pitchFamily="34" charset="0"/>
              </a:rPr>
              <a:t>After delivery, the original development team often disperses.</a:t>
            </a:r>
          </a:p>
          <a:p>
            <a:pPr marL="800100" lvl="1" indent="-342900">
              <a:buFont typeface="Wingdings" pitchFamily="2" charset="2"/>
              <a:buChar char="q"/>
            </a:pPr>
            <a:r>
              <a:rPr lang="en-US" sz="2000" dirty="0">
                <a:latin typeface="Ubuntu" panose="020B0504030602030204" pitchFamily="34" charset="0"/>
              </a:rPr>
              <a:t>New maintenance staff lack system and design knowledge.</a:t>
            </a:r>
          </a:p>
          <a:p>
            <a:pPr marL="800100" lvl="1" indent="-342900">
              <a:buFont typeface="Wingdings" pitchFamily="2" charset="2"/>
              <a:buChar char="q"/>
            </a:pPr>
            <a:r>
              <a:rPr lang="en-US" sz="2000" dirty="0">
                <a:latin typeface="Ubuntu" panose="020B0504030602030204" pitchFamily="34" charset="0"/>
              </a:rPr>
              <a:t>Extra time is needed to understand the system before making changes.</a:t>
            </a:r>
          </a:p>
          <a:p>
            <a:r>
              <a:rPr lang="en-US" sz="2000" b="1" dirty="0">
                <a:latin typeface="Ubuntu" panose="020B0504030602030204" pitchFamily="34" charset="0"/>
              </a:rPr>
              <a:t>Poor Development Practice</a:t>
            </a:r>
          </a:p>
          <a:p>
            <a:pPr marL="800100" lvl="1" indent="-342900">
              <a:buFont typeface="Wingdings" pitchFamily="2" charset="2"/>
              <a:buChar char="q"/>
            </a:pPr>
            <a:r>
              <a:rPr lang="en-US" sz="2000" dirty="0">
                <a:latin typeface="Ubuntu" panose="020B0504030602030204" pitchFamily="34" charset="0"/>
              </a:rPr>
              <a:t>Maintenance is usually handled under a separate contract.</a:t>
            </a:r>
          </a:p>
          <a:p>
            <a:pPr marL="800100" lvl="1" indent="-342900">
              <a:buFont typeface="Wingdings" pitchFamily="2" charset="2"/>
              <a:buChar char="q"/>
            </a:pPr>
            <a:r>
              <a:rPr lang="en-US" sz="2000" dirty="0">
                <a:latin typeface="Ubuntu" panose="020B0504030602030204" pitchFamily="34" charset="0"/>
              </a:rPr>
              <a:t>Often done by a different company than the developer.</a:t>
            </a:r>
          </a:p>
          <a:p>
            <a:pPr marL="800100" lvl="1" indent="-342900">
              <a:buFont typeface="Wingdings" pitchFamily="2" charset="2"/>
              <a:buChar char="q"/>
            </a:pPr>
            <a:r>
              <a:rPr lang="en-US" sz="2000" dirty="0">
                <a:latin typeface="Ubuntu" panose="020B0504030602030204" pitchFamily="34" charset="0"/>
              </a:rPr>
              <a:t>Developers may not focus on maintainability to save development effort.</a:t>
            </a:r>
          </a:p>
          <a:p>
            <a:r>
              <a:rPr lang="en-US" sz="2000" b="1" dirty="0">
                <a:latin typeface="Ubuntu" panose="020B0504030602030204" pitchFamily="34" charset="0"/>
              </a:rPr>
              <a:t>Staff Skills</a:t>
            </a:r>
          </a:p>
          <a:p>
            <a:pPr marL="800100" lvl="1" indent="-342900">
              <a:buFont typeface="Wingdings" pitchFamily="2" charset="2"/>
              <a:buChar char="q"/>
            </a:pPr>
            <a:r>
              <a:rPr lang="en-US" sz="2000" dirty="0">
                <a:latin typeface="Ubuntu" panose="020B0504030602030204" pitchFamily="34" charset="0"/>
              </a:rPr>
              <a:t>Maintenance is often assigned to junior or less experienced staff.</a:t>
            </a:r>
          </a:p>
          <a:p>
            <a:pPr marL="800100" lvl="1" indent="-342900">
              <a:buFont typeface="Wingdings" pitchFamily="2" charset="2"/>
              <a:buChar char="q"/>
            </a:pPr>
            <a:r>
              <a:rPr lang="en-US" sz="2000" dirty="0">
                <a:latin typeface="Ubuntu" panose="020B0504030602030204" pitchFamily="34" charset="0"/>
              </a:rPr>
              <a:t>Maintenance work has a poor reputation among engineers.</a:t>
            </a:r>
          </a:p>
          <a:p>
            <a:pPr marL="800100" lvl="1" indent="-342900">
              <a:buFont typeface="Wingdings" pitchFamily="2" charset="2"/>
              <a:buChar char="q"/>
            </a:pPr>
            <a:r>
              <a:rPr lang="en-US" sz="2000" dirty="0">
                <a:latin typeface="Ubuntu" panose="020B0504030602030204" pitchFamily="34" charset="0"/>
              </a:rPr>
              <a:t>Older systems may use obsolete languages unfamiliar to current staff.</a:t>
            </a:r>
          </a:p>
          <a:p>
            <a:endParaRPr lang="en-US" sz="2000" dirty="0">
              <a:latin typeface="Ubuntu" panose="020B0504030602030204" pitchFamily="34" charset="0"/>
            </a:endParaRPr>
          </a:p>
          <a:p>
            <a:endParaRPr lang="en-US" sz="2000" dirty="0">
              <a:latin typeface="Ubuntu" panose="020B0504030602030204" pitchFamily="34" charset="0"/>
            </a:endParaRPr>
          </a:p>
        </p:txBody>
      </p:sp>
    </p:spTree>
    <p:extLst>
      <p:ext uri="{BB962C8B-B14F-4D97-AF65-F5344CB8AC3E}">
        <p14:creationId xmlns:p14="http://schemas.microsoft.com/office/powerpoint/2010/main" val="3976039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2E6C-68A4-34CD-85E1-3DD38E0566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DB8E2D-B545-2BC3-A04E-16F07DBC22B4}"/>
              </a:ext>
            </a:extLst>
          </p:cNvPr>
          <p:cNvSpPr>
            <a:spLocks noGrp="1"/>
          </p:cNvSpPr>
          <p:nvPr>
            <p:ph type="title"/>
          </p:nvPr>
        </p:nvSpPr>
        <p:spPr>
          <a:xfrm>
            <a:off x="838200" y="365126"/>
            <a:ext cx="10515600" cy="749572"/>
          </a:xfrm>
        </p:spPr>
        <p:txBody>
          <a:bodyPr/>
          <a:lstStyle/>
          <a:p>
            <a:r>
              <a:rPr lang="en-US" sz="3600" dirty="0"/>
              <a:t>Factors Increasing Software Maintenance Cost</a:t>
            </a:r>
          </a:p>
        </p:txBody>
      </p:sp>
      <p:sp>
        <p:nvSpPr>
          <p:cNvPr id="5" name="TextBox 4">
            <a:extLst>
              <a:ext uri="{FF2B5EF4-FFF2-40B4-BE49-F238E27FC236}">
                <a16:creationId xmlns:a16="http://schemas.microsoft.com/office/drawing/2014/main" id="{47BF68F6-A04F-DB52-7523-B3C60105BB02}"/>
              </a:ext>
            </a:extLst>
          </p:cNvPr>
          <p:cNvSpPr txBox="1"/>
          <p:nvPr/>
        </p:nvSpPr>
        <p:spPr>
          <a:xfrm>
            <a:off x="1489164" y="1088573"/>
            <a:ext cx="9716589" cy="5107104"/>
          </a:xfrm>
          <a:prstGeom prst="rect">
            <a:avLst/>
          </a:prstGeom>
          <a:noFill/>
        </p:spPr>
        <p:txBody>
          <a:bodyPr wrap="square">
            <a:spAutoFit/>
          </a:bodyPr>
          <a:lstStyle/>
          <a:p>
            <a:pPr>
              <a:lnSpc>
                <a:spcPct val="150000"/>
              </a:lnSpc>
            </a:pPr>
            <a:r>
              <a:rPr lang="en-US" sz="2000" b="1" dirty="0">
                <a:latin typeface="Ubuntu" panose="020B0504030602030204" pitchFamily="34" charset="0"/>
              </a:rPr>
              <a:t>Program Age and Structure </a:t>
            </a:r>
          </a:p>
          <a:p>
            <a:pPr marL="800100" lvl="1" indent="-342900">
              <a:lnSpc>
                <a:spcPct val="150000"/>
              </a:lnSpc>
              <a:buFont typeface="Wingdings" pitchFamily="2" charset="2"/>
              <a:buChar char="q"/>
            </a:pPr>
            <a:r>
              <a:rPr lang="en-US" sz="2000" dirty="0">
                <a:latin typeface="Ubuntu" panose="020B0504030602030204" pitchFamily="34" charset="0"/>
              </a:rPr>
              <a:t>As software ages, repeated changes degrade program structure.</a:t>
            </a:r>
          </a:p>
          <a:p>
            <a:pPr marL="800100" lvl="1" indent="-342900">
              <a:lnSpc>
                <a:spcPct val="150000"/>
              </a:lnSpc>
              <a:buFont typeface="Wingdings" pitchFamily="2" charset="2"/>
              <a:buChar char="q"/>
            </a:pPr>
            <a:r>
              <a:rPr lang="en-US" sz="2000" dirty="0">
                <a:latin typeface="Ubuntu" panose="020B0504030602030204" pitchFamily="34" charset="0"/>
              </a:rPr>
              <a:t>Poor structure makes the system harder to understand and modify.</a:t>
            </a:r>
          </a:p>
          <a:p>
            <a:pPr marL="800100" lvl="1" indent="-342900">
              <a:lnSpc>
                <a:spcPct val="150000"/>
              </a:lnSpc>
              <a:buFont typeface="Wingdings" pitchFamily="2" charset="2"/>
              <a:buChar char="q"/>
            </a:pPr>
            <a:r>
              <a:rPr lang="en-US" sz="2000" dirty="0">
                <a:latin typeface="Ubuntu" panose="020B0504030602030204" pitchFamily="34" charset="0"/>
              </a:rPr>
              <a:t>Older systems may lack modern software engineering practices.</a:t>
            </a:r>
          </a:p>
          <a:p>
            <a:pPr marL="800100" lvl="1" indent="-342900">
              <a:lnSpc>
                <a:spcPct val="150000"/>
              </a:lnSpc>
              <a:buFont typeface="Wingdings" pitchFamily="2" charset="2"/>
              <a:buChar char="q"/>
            </a:pPr>
            <a:r>
              <a:rPr lang="en-US" sz="2000" dirty="0">
                <a:latin typeface="Ubuntu" panose="020B0504030602030204" pitchFamily="34" charset="0"/>
              </a:rPr>
              <a:t>Many were optimized for efficiency rather than readability.</a:t>
            </a:r>
          </a:p>
          <a:p>
            <a:pPr marL="800100" lvl="1" indent="-342900">
              <a:lnSpc>
                <a:spcPct val="150000"/>
              </a:lnSpc>
              <a:buFont typeface="Wingdings" pitchFamily="2" charset="2"/>
              <a:buChar char="q"/>
            </a:pPr>
            <a:r>
              <a:rPr lang="en-US" sz="2000" dirty="0">
                <a:latin typeface="Ubuntu" panose="020B0504030602030204" pitchFamily="34" charset="0"/>
              </a:rPr>
              <a:t>Documentation may be missing, outdated, or inconsistent.</a:t>
            </a:r>
          </a:p>
          <a:p>
            <a:pPr marL="800100" lvl="1" indent="-342900">
              <a:lnSpc>
                <a:spcPct val="150000"/>
              </a:lnSpc>
              <a:buFont typeface="Wingdings" pitchFamily="2" charset="2"/>
              <a:buChar char="q"/>
            </a:pPr>
            <a:r>
              <a:rPr lang="en-US" sz="2000" dirty="0">
                <a:latin typeface="Ubuntu" panose="020B0504030602030204" pitchFamily="34" charset="0"/>
              </a:rPr>
              <a:t>Weak or absent configuration management makes it difficult to find correct versions of components.</a:t>
            </a:r>
          </a:p>
          <a:p>
            <a:pPr>
              <a:lnSpc>
                <a:spcPct val="150000"/>
              </a:lnSpc>
            </a:pPr>
            <a:br>
              <a:rPr lang="en-US" sz="2000" dirty="0">
                <a:latin typeface="Ubuntu" panose="020B0504030602030204" pitchFamily="34" charset="0"/>
              </a:rPr>
            </a:br>
            <a:endParaRPr lang="en-US" sz="2000" dirty="0">
              <a:latin typeface="Ubuntu" panose="020B0504030602030204" pitchFamily="34" charset="0"/>
            </a:endParaRPr>
          </a:p>
          <a:p>
            <a:pPr>
              <a:lnSpc>
                <a:spcPct val="150000"/>
              </a:lnSpc>
            </a:pPr>
            <a:endParaRPr lang="en-US" sz="2000" dirty="0">
              <a:latin typeface="Ubuntu" panose="020B0504030602030204" pitchFamily="34" charset="0"/>
            </a:endParaRPr>
          </a:p>
        </p:txBody>
      </p:sp>
    </p:spTree>
    <p:extLst>
      <p:ext uri="{BB962C8B-B14F-4D97-AF65-F5344CB8AC3E}">
        <p14:creationId xmlns:p14="http://schemas.microsoft.com/office/powerpoint/2010/main" val="2254450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42F55-5776-3D37-3243-04FB13EEBD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9F63F3-1EE5-0B73-1CCE-65AA25EF37D5}"/>
              </a:ext>
            </a:extLst>
          </p:cNvPr>
          <p:cNvSpPr>
            <a:spLocks noGrp="1"/>
          </p:cNvSpPr>
          <p:nvPr>
            <p:ph type="title"/>
          </p:nvPr>
        </p:nvSpPr>
        <p:spPr>
          <a:xfrm>
            <a:off x="838200" y="365126"/>
            <a:ext cx="10515600" cy="749572"/>
          </a:xfrm>
        </p:spPr>
        <p:txBody>
          <a:bodyPr/>
          <a:lstStyle/>
          <a:p>
            <a:r>
              <a:rPr lang="en-US" sz="4000" dirty="0"/>
              <a:t>Software Maintenance Strategies</a:t>
            </a:r>
          </a:p>
        </p:txBody>
      </p:sp>
      <p:sp>
        <p:nvSpPr>
          <p:cNvPr id="5" name="TextBox 4">
            <a:extLst>
              <a:ext uri="{FF2B5EF4-FFF2-40B4-BE49-F238E27FC236}">
                <a16:creationId xmlns:a16="http://schemas.microsoft.com/office/drawing/2014/main" id="{F0ACFE94-1DFF-F1DE-24B7-8F4FC3A52401}"/>
              </a:ext>
            </a:extLst>
          </p:cNvPr>
          <p:cNvSpPr txBox="1"/>
          <p:nvPr/>
        </p:nvSpPr>
        <p:spPr>
          <a:xfrm>
            <a:off x="1489164" y="1088573"/>
            <a:ext cx="9562013" cy="4154984"/>
          </a:xfrm>
          <a:prstGeom prst="rect">
            <a:avLst/>
          </a:prstGeom>
          <a:noFill/>
        </p:spPr>
        <p:txBody>
          <a:bodyPr wrap="square">
            <a:spAutoFit/>
          </a:bodyPr>
          <a:lstStyle/>
          <a:p>
            <a:pPr marL="342900" indent="-342900">
              <a:buFont typeface="Wingdings" pitchFamily="2" charset="2"/>
              <a:buChar char="q"/>
            </a:pPr>
            <a:r>
              <a:rPr lang="en-US" sz="2400" dirty="0">
                <a:latin typeface="Ubuntu" panose="020B0504030602030204" pitchFamily="34" charset="0"/>
              </a:rPr>
              <a:t> Quick Fix: Fast changes to correct issues but may increase complexity.</a:t>
            </a:r>
          </a:p>
          <a:p>
            <a:pPr marL="342900" indent="-342900">
              <a:buFont typeface="Wingdings" pitchFamily="2" charset="2"/>
              <a:buChar char="q"/>
            </a:pPr>
            <a:endParaRPr lang="en-US" sz="2400" dirty="0">
              <a:latin typeface="Ubuntu" panose="020B0504030602030204" pitchFamily="34" charset="0"/>
            </a:endParaRPr>
          </a:p>
          <a:p>
            <a:pPr marL="342900" indent="-342900">
              <a:buFont typeface="Wingdings" pitchFamily="2" charset="2"/>
              <a:buChar char="q"/>
            </a:pPr>
            <a:r>
              <a:rPr lang="en-US" sz="2400" dirty="0">
                <a:latin typeface="Ubuntu" panose="020B0504030602030204" pitchFamily="34" charset="0"/>
              </a:rPr>
              <a:t> Iterative enhancement: Regular planned updates improving quality and functionality.</a:t>
            </a:r>
          </a:p>
          <a:p>
            <a:pPr marL="342900" indent="-342900">
              <a:buFont typeface="Wingdings" pitchFamily="2" charset="2"/>
              <a:buChar char="q"/>
            </a:pPr>
            <a:endParaRPr lang="en-US" sz="2400" dirty="0">
              <a:latin typeface="Ubuntu" panose="020B0504030602030204" pitchFamily="34" charset="0"/>
            </a:endParaRPr>
          </a:p>
          <a:p>
            <a:pPr marL="342900" indent="-342900">
              <a:buFont typeface="Wingdings" pitchFamily="2" charset="2"/>
              <a:buChar char="q"/>
            </a:pPr>
            <a:r>
              <a:rPr lang="en-US" sz="2400" dirty="0">
                <a:latin typeface="Ubuntu" panose="020B0504030602030204" pitchFamily="34" charset="0"/>
              </a:rPr>
              <a:t> Component replacement</a:t>
            </a:r>
          </a:p>
          <a:p>
            <a:pPr marL="342900" indent="-342900">
              <a:buFont typeface="Wingdings" pitchFamily="2" charset="2"/>
              <a:buChar char="q"/>
            </a:pPr>
            <a:endParaRPr lang="en-US" sz="2400" dirty="0">
              <a:latin typeface="Ubuntu" panose="020B0504030602030204" pitchFamily="34" charset="0"/>
            </a:endParaRPr>
          </a:p>
          <a:p>
            <a:pPr marL="342900" indent="-342900">
              <a:buFont typeface="Wingdings" pitchFamily="2" charset="2"/>
              <a:buChar char="q"/>
            </a:pPr>
            <a:r>
              <a:rPr lang="en-US" sz="2400" dirty="0">
                <a:latin typeface="Ubuntu" panose="020B0504030602030204" pitchFamily="34" charset="0"/>
              </a:rPr>
              <a:t> System re-engineering: Improving structure without changing functionality.</a:t>
            </a:r>
          </a:p>
          <a:p>
            <a:pPr marL="342900" indent="-342900">
              <a:buFont typeface="Wingdings" pitchFamily="2" charset="2"/>
              <a:buChar char="q"/>
            </a:pPr>
            <a:endParaRPr lang="en-US" sz="2400" dirty="0">
              <a:latin typeface="Ubuntu" panose="020B0504030602030204" pitchFamily="34" charset="0"/>
            </a:endParaRPr>
          </a:p>
        </p:txBody>
      </p:sp>
    </p:spTree>
    <p:extLst>
      <p:ext uri="{BB962C8B-B14F-4D97-AF65-F5344CB8AC3E}">
        <p14:creationId xmlns:p14="http://schemas.microsoft.com/office/powerpoint/2010/main" val="1136447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397BF-99A1-D741-9C9D-E44D0D66D5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C963B8-7642-6A20-7F6E-2B8410BF4B32}"/>
              </a:ext>
            </a:extLst>
          </p:cNvPr>
          <p:cNvSpPr>
            <a:spLocks noGrp="1"/>
          </p:cNvSpPr>
          <p:nvPr>
            <p:ph type="title"/>
          </p:nvPr>
        </p:nvSpPr>
        <p:spPr>
          <a:xfrm>
            <a:off x="838200" y="365126"/>
            <a:ext cx="10515600" cy="749572"/>
          </a:xfrm>
        </p:spPr>
        <p:txBody>
          <a:bodyPr/>
          <a:lstStyle/>
          <a:p>
            <a:r>
              <a:rPr lang="en-US" sz="4000" dirty="0"/>
              <a:t>Software Reengineering</a:t>
            </a:r>
          </a:p>
        </p:txBody>
      </p:sp>
      <p:sp>
        <p:nvSpPr>
          <p:cNvPr id="5" name="TextBox 4">
            <a:extLst>
              <a:ext uri="{FF2B5EF4-FFF2-40B4-BE49-F238E27FC236}">
                <a16:creationId xmlns:a16="http://schemas.microsoft.com/office/drawing/2014/main" id="{ED3049AD-683F-4EE9-D1B9-6E1401CF89D9}"/>
              </a:ext>
            </a:extLst>
          </p:cNvPr>
          <p:cNvSpPr txBox="1"/>
          <p:nvPr/>
        </p:nvSpPr>
        <p:spPr>
          <a:xfrm>
            <a:off x="1489164" y="1088573"/>
            <a:ext cx="9562013" cy="3785652"/>
          </a:xfrm>
          <a:prstGeom prst="rect">
            <a:avLst/>
          </a:prstGeom>
          <a:noFill/>
        </p:spPr>
        <p:txBody>
          <a:bodyPr wrap="square">
            <a:spAutoFit/>
          </a:bodyPr>
          <a:lstStyle/>
          <a:p>
            <a:r>
              <a:rPr lang="en-US" sz="2000" dirty="0">
                <a:latin typeface="Ubuntu" panose="020B0504030602030204" pitchFamily="34" charset="0"/>
              </a:rPr>
              <a:t>Software Reengineering focuses on improving the internal structure of existing software without changing its external behavior.</a:t>
            </a:r>
          </a:p>
          <a:p>
            <a:endParaRPr lang="en-US" sz="2000" dirty="0">
              <a:latin typeface="Ubuntu" panose="020B0504030602030204" pitchFamily="34" charset="0"/>
            </a:endParaRPr>
          </a:p>
          <a:p>
            <a:endParaRPr lang="en-US" sz="2000" dirty="0">
              <a:latin typeface="Ubuntu" panose="020B0504030602030204" pitchFamily="34" charset="0"/>
            </a:endParaRPr>
          </a:p>
          <a:p>
            <a:r>
              <a:rPr lang="en-US" sz="2000" dirty="0">
                <a:latin typeface="Ubuntu" panose="020B0504030602030204" pitchFamily="34" charset="0"/>
              </a:rPr>
              <a:t>According to Sommerville:</a:t>
            </a:r>
          </a:p>
          <a:p>
            <a:pPr marL="800100" lvl="1" indent="-342900">
              <a:lnSpc>
                <a:spcPct val="150000"/>
              </a:lnSpc>
              <a:buFont typeface="Wingdings" pitchFamily="2" charset="2"/>
              <a:buChar char="q"/>
            </a:pPr>
            <a:r>
              <a:rPr lang="en-US" sz="2000" dirty="0">
                <a:latin typeface="Ubuntu" panose="020B0504030602030204" pitchFamily="34" charset="0"/>
              </a:rPr>
              <a:t>Software reengineering is the examination and alteration of a system</a:t>
            </a:r>
          </a:p>
          <a:p>
            <a:pPr marL="800100" lvl="1" indent="-342900">
              <a:lnSpc>
                <a:spcPct val="150000"/>
              </a:lnSpc>
              <a:buFont typeface="Wingdings" pitchFamily="2" charset="2"/>
              <a:buChar char="q"/>
            </a:pPr>
            <a:r>
              <a:rPr lang="en-US" sz="2000" dirty="0">
                <a:latin typeface="Ubuntu" panose="020B0504030602030204" pitchFamily="34" charset="0"/>
              </a:rPr>
              <a:t>It is followed by reconstruction in a new form</a:t>
            </a:r>
          </a:p>
          <a:p>
            <a:pPr marL="800100" lvl="1" indent="-342900">
              <a:lnSpc>
                <a:spcPct val="150000"/>
              </a:lnSpc>
              <a:buFont typeface="Wingdings" pitchFamily="2" charset="2"/>
              <a:buChar char="q"/>
            </a:pPr>
            <a:r>
              <a:rPr lang="en-US" sz="2000" dirty="0">
                <a:latin typeface="Ubuntu" panose="020B0504030602030204" pitchFamily="34" charset="0"/>
              </a:rPr>
              <a:t>The system’s functionality remains the same</a:t>
            </a:r>
          </a:p>
          <a:p>
            <a:pPr marL="800100" lvl="1" indent="-342900">
              <a:lnSpc>
                <a:spcPct val="150000"/>
              </a:lnSpc>
              <a:buFont typeface="Wingdings" pitchFamily="2" charset="2"/>
              <a:buChar char="q"/>
            </a:pPr>
            <a:r>
              <a:rPr lang="en-US" sz="2000" dirty="0">
                <a:latin typeface="Ubuntu" panose="020B0504030602030204" pitchFamily="34" charset="0"/>
              </a:rPr>
              <a:t>Main goal: reduce future maintenance costs</a:t>
            </a:r>
          </a:p>
          <a:p>
            <a:endParaRPr lang="en-US" sz="2000" dirty="0">
              <a:latin typeface="Ubuntu" panose="020B0504030602030204" pitchFamily="34" charset="0"/>
            </a:endParaRPr>
          </a:p>
        </p:txBody>
      </p:sp>
    </p:spTree>
    <p:extLst>
      <p:ext uri="{BB962C8B-B14F-4D97-AF65-F5344CB8AC3E}">
        <p14:creationId xmlns:p14="http://schemas.microsoft.com/office/powerpoint/2010/main" val="3257229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4D9A7-748D-236E-A23A-5D13D43FDE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A8529A-0350-BECA-0B67-090EFC8ABB2E}"/>
              </a:ext>
            </a:extLst>
          </p:cNvPr>
          <p:cNvSpPr>
            <a:spLocks noGrp="1"/>
          </p:cNvSpPr>
          <p:nvPr>
            <p:ph type="title"/>
          </p:nvPr>
        </p:nvSpPr>
        <p:spPr>
          <a:xfrm>
            <a:off x="838200" y="365126"/>
            <a:ext cx="10515600" cy="749572"/>
          </a:xfrm>
        </p:spPr>
        <p:txBody>
          <a:bodyPr/>
          <a:lstStyle/>
          <a:p>
            <a:r>
              <a:rPr lang="en-US" sz="4000" dirty="0"/>
              <a:t>Why Software Reengineering is Needed</a:t>
            </a:r>
          </a:p>
        </p:txBody>
      </p:sp>
      <p:sp>
        <p:nvSpPr>
          <p:cNvPr id="5" name="TextBox 4">
            <a:extLst>
              <a:ext uri="{FF2B5EF4-FFF2-40B4-BE49-F238E27FC236}">
                <a16:creationId xmlns:a16="http://schemas.microsoft.com/office/drawing/2014/main" id="{8A7B4587-8C5E-CC2C-03F5-FAC6F247FCF1}"/>
              </a:ext>
            </a:extLst>
          </p:cNvPr>
          <p:cNvSpPr txBox="1"/>
          <p:nvPr/>
        </p:nvSpPr>
        <p:spPr>
          <a:xfrm>
            <a:off x="1489164" y="1088573"/>
            <a:ext cx="9562013" cy="2952668"/>
          </a:xfrm>
          <a:prstGeom prst="rect">
            <a:avLst/>
          </a:prstGeom>
          <a:noFill/>
        </p:spPr>
        <p:txBody>
          <a:bodyPr wrap="square">
            <a:spAutoFit/>
          </a:bodyPr>
          <a:lstStyle/>
          <a:p>
            <a:r>
              <a:rPr lang="en-US" sz="2000" dirty="0">
                <a:latin typeface="Ubuntu" panose="020B0504030602030204" pitchFamily="34" charset="0"/>
              </a:rPr>
              <a:t>Reengineering is required because:</a:t>
            </a:r>
          </a:p>
          <a:p>
            <a:endParaRPr lang="en-US" sz="2000" dirty="0">
              <a:latin typeface="Ubuntu" panose="020B0504030602030204" pitchFamily="34" charset="0"/>
            </a:endParaRPr>
          </a:p>
          <a:p>
            <a:pPr marL="800100" lvl="1" indent="-342900">
              <a:lnSpc>
                <a:spcPct val="150000"/>
              </a:lnSpc>
              <a:buFont typeface="Wingdings" pitchFamily="2" charset="2"/>
              <a:buChar char="q"/>
            </a:pPr>
            <a:r>
              <a:rPr lang="en-US" sz="2000" dirty="0">
                <a:latin typeface="Ubuntu" panose="020B0504030602030204" pitchFamily="34" charset="0"/>
              </a:rPr>
              <a:t>Legacy systems are business-critical</a:t>
            </a:r>
          </a:p>
          <a:p>
            <a:pPr marL="800100" lvl="1" indent="-342900">
              <a:lnSpc>
                <a:spcPct val="150000"/>
              </a:lnSpc>
              <a:buFont typeface="Wingdings" pitchFamily="2" charset="2"/>
              <a:buChar char="q"/>
            </a:pPr>
            <a:r>
              <a:rPr lang="en-US" sz="2000" dirty="0">
                <a:latin typeface="Ubuntu" panose="020B0504030602030204" pitchFamily="34" charset="0"/>
              </a:rPr>
              <a:t>Systems are difficult to maintain</a:t>
            </a:r>
          </a:p>
          <a:p>
            <a:pPr marL="800100" lvl="1" indent="-342900">
              <a:lnSpc>
                <a:spcPct val="150000"/>
              </a:lnSpc>
              <a:buFont typeface="Wingdings" pitchFamily="2" charset="2"/>
              <a:buChar char="q"/>
            </a:pPr>
            <a:r>
              <a:rPr lang="en-US" sz="2000" dirty="0">
                <a:latin typeface="Ubuntu" panose="020B0504030602030204" pitchFamily="34" charset="0"/>
              </a:rPr>
              <a:t>Code structure has degraded over time</a:t>
            </a:r>
          </a:p>
          <a:p>
            <a:pPr marL="800100" lvl="1" indent="-342900">
              <a:lnSpc>
                <a:spcPct val="150000"/>
              </a:lnSpc>
              <a:buFont typeface="Wingdings" pitchFamily="2" charset="2"/>
              <a:buChar char="q"/>
            </a:pPr>
            <a:r>
              <a:rPr lang="en-US" sz="2000" dirty="0">
                <a:latin typeface="Ubuntu" panose="020B0504030602030204" pitchFamily="34" charset="0"/>
              </a:rPr>
              <a:t>Documentation is outdated or missing</a:t>
            </a:r>
          </a:p>
          <a:p>
            <a:pPr marL="800100" lvl="1" indent="-342900">
              <a:lnSpc>
                <a:spcPct val="150000"/>
              </a:lnSpc>
              <a:buFont typeface="Wingdings" pitchFamily="2" charset="2"/>
              <a:buChar char="q"/>
            </a:pPr>
            <a:r>
              <a:rPr lang="en-US" sz="2000" dirty="0">
                <a:latin typeface="Ubuntu" panose="020B0504030602030204" pitchFamily="34" charset="0"/>
              </a:rPr>
              <a:t>Replacing systems is risky and expensive</a:t>
            </a:r>
          </a:p>
        </p:txBody>
      </p:sp>
    </p:spTree>
    <p:extLst>
      <p:ext uri="{BB962C8B-B14F-4D97-AF65-F5344CB8AC3E}">
        <p14:creationId xmlns:p14="http://schemas.microsoft.com/office/powerpoint/2010/main" val="3531286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62B50-35DA-1157-1963-B41D29D621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B5774A-A1F0-3E31-AB7C-FB75C1FD54A8}"/>
              </a:ext>
            </a:extLst>
          </p:cNvPr>
          <p:cNvSpPr>
            <a:spLocks noGrp="1"/>
          </p:cNvSpPr>
          <p:nvPr>
            <p:ph type="title"/>
          </p:nvPr>
        </p:nvSpPr>
        <p:spPr>
          <a:xfrm>
            <a:off x="838200" y="365126"/>
            <a:ext cx="10515600" cy="749572"/>
          </a:xfrm>
        </p:spPr>
        <p:txBody>
          <a:bodyPr/>
          <a:lstStyle/>
          <a:p>
            <a:r>
              <a:rPr lang="en-US" sz="4000" dirty="0"/>
              <a:t>Reengineering vs Replacement</a:t>
            </a:r>
          </a:p>
        </p:txBody>
      </p:sp>
      <p:graphicFrame>
        <p:nvGraphicFramePr>
          <p:cNvPr id="2" name="Table 1">
            <a:extLst>
              <a:ext uri="{FF2B5EF4-FFF2-40B4-BE49-F238E27FC236}">
                <a16:creationId xmlns:a16="http://schemas.microsoft.com/office/drawing/2014/main" id="{B7DF83A8-E457-2635-CF82-0A135EFAD4B1}"/>
              </a:ext>
            </a:extLst>
          </p:cNvPr>
          <p:cNvGraphicFramePr>
            <a:graphicFrameLocks noGrp="1"/>
          </p:cNvGraphicFramePr>
          <p:nvPr>
            <p:extLst>
              <p:ext uri="{D42A27DB-BD31-4B8C-83A1-F6EECF244321}">
                <p14:modId xmlns:p14="http://schemas.microsoft.com/office/powerpoint/2010/main" val="1124126637"/>
              </p:ext>
            </p:extLst>
          </p:nvPr>
        </p:nvGraphicFramePr>
        <p:xfrm>
          <a:off x="2186940" y="1423703"/>
          <a:ext cx="7818120" cy="3139735"/>
        </p:xfrm>
        <a:graphic>
          <a:graphicData uri="http://schemas.openxmlformats.org/drawingml/2006/table">
            <a:tbl>
              <a:tblPr>
                <a:tableStyleId>{5940675A-B579-460E-94D1-54222C63F5DA}</a:tableStyleId>
              </a:tblPr>
              <a:tblGrid>
                <a:gridCol w="3909060">
                  <a:extLst>
                    <a:ext uri="{9D8B030D-6E8A-4147-A177-3AD203B41FA5}">
                      <a16:colId xmlns:a16="http://schemas.microsoft.com/office/drawing/2014/main" val="3998894101"/>
                    </a:ext>
                  </a:extLst>
                </a:gridCol>
                <a:gridCol w="3909060">
                  <a:extLst>
                    <a:ext uri="{9D8B030D-6E8A-4147-A177-3AD203B41FA5}">
                      <a16:colId xmlns:a16="http://schemas.microsoft.com/office/drawing/2014/main" val="3697291751"/>
                    </a:ext>
                  </a:extLst>
                </a:gridCol>
              </a:tblGrid>
              <a:tr h="627947">
                <a:tc>
                  <a:txBody>
                    <a:bodyPr/>
                    <a:lstStyle/>
                    <a:p>
                      <a:pPr algn="ctr">
                        <a:buNone/>
                      </a:pPr>
                      <a:r>
                        <a:rPr lang="en-US" sz="2000" b="0" i="0" dirty="0">
                          <a:solidFill>
                            <a:schemeClr val="bg1"/>
                          </a:solidFill>
                          <a:latin typeface="Ubuntu" panose="020B0504030602030204" pitchFamily="34" charset="0"/>
                        </a:rPr>
                        <a:t>Reengineering</a:t>
                      </a:r>
                    </a:p>
                  </a:txBody>
                  <a:tcPr anchor="ctr">
                    <a:solidFill>
                      <a:schemeClr val="accent1"/>
                    </a:solidFill>
                  </a:tcPr>
                </a:tc>
                <a:tc>
                  <a:txBody>
                    <a:bodyPr/>
                    <a:lstStyle/>
                    <a:p>
                      <a:pPr algn="ctr">
                        <a:buNone/>
                      </a:pPr>
                      <a:r>
                        <a:rPr lang="en-US" sz="2000" b="0" i="0" dirty="0">
                          <a:solidFill>
                            <a:schemeClr val="bg1"/>
                          </a:solidFill>
                          <a:latin typeface="Ubuntu" panose="020B0504030602030204" pitchFamily="34" charset="0"/>
                        </a:rPr>
                        <a:t>Replacement</a:t>
                      </a:r>
                    </a:p>
                  </a:txBody>
                  <a:tcPr anchor="ctr">
                    <a:solidFill>
                      <a:schemeClr val="accent1"/>
                    </a:solidFill>
                  </a:tcPr>
                </a:tc>
                <a:extLst>
                  <a:ext uri="{0D108BD9-81ED-4DB2-BD59-A6C34878D82A}">
                    <a16:rowId xmlns:a16="http://schemas.microsoft.com/office/drawing/2014/main" val="2136075344"/>
                  </a:ext>
                </a:extLst>
              </a:tr>
              <a:tr h="627947">
                <a:tc>
                  <a:txBody>
                    <a:bodyPr/>
                    <a:lstStyle/>
                    <a:p>
                      <a:pPr algn="ctr">
                        <a:buNone/>
                      </a:pPr>
                      <a:r>
                        <a:rPr lang="en-US" sz="2000" b="0" i="0" dirty="0">
                          <a:latin typeface="Ubuntu" panose="020B0504030602030204" pitchFamily="34" charset="0"/>
                        </a:rPr>
                        <a:t>Lower risk</a:t>
                      </a:r>
                    </a:p>
                  </a:txBody>
                  <a:tcPr anchor="ctr"/>
                </a:tc>
                <a:tc>
                  <a:txBody>
                    <a:bodyPr/>
                    <a:lstStyle/>
                    <a:p>
                      <a:pPr algn="ctr">
                        <a:buNone/>
                      </a:pPr>
                      <a:r>
                        <a:rPr lang="en-US" sz="2000" b="0" i="0">
                          <a:latin typeface="Ubuntu" panose="020B0504030602030204" pitchFamily="34" charset="0"/>
                        </a:rPr>
                        <a:t>High risk</a:t>
                      </a:r>
                    </a:p>
                  </a:txBody>
                  <a:tcPr anchor="ctr"/>
                </a:tc>
                <a:extLst>
                  <a:ext uri="{0D108BD9-81ED-4DB2-BD59-A6C34878D82A}">
                    <a16:rowId xmlns:a16="http://schemas.microsoft.com/office/drawing/2014/main" val="2732266518"/>
                  </a:ext>
                </a:extLst>
              </a:tr>
              <a:tr h="627947">
                <a:tc>
                  <a:txBody>
                    <a:bodyPr/>
                    <a:lstStyle/>
                    <a:p>
                      <a:pPr algn="ctr">
                        <a:buNone/>
                      </a:pPr>
                      <a:r>
                        <a:rPr lang="en-US" sz="2000" b="0" i="0" dirty="0">
                          <a:latin typeface="Ubuntu" panose="020B0504030602030204" pitchFamily="34" charset="0"/>
                        </a:rPr>
                        <a:t>Incremental</a:t>
                      </a:r>
                    </a:p>
                  </a:txBody>
                  <a:tcPr anchor="ctr"/>
                </a:tc>
                <a:tc>
                  <a:txBody>
                    <a:bodyPr/>
                    <a:lstStyle/>
                    <a:p>
                      <a:pPr algn="ctr">
                        <a:buNone/>
                      </a:pPr>
                      <a:r>
                        <a:rPr lang="en-US" sz="2000" b="0" i="0" dirty="0">
                          <a:latin typeface="Ubuntu" panose="020B0504030602030204" pitchFamily="34" charset="0"/>
                        </a:rPr>
                        <a:t>Big bang</a:t>
                      </a:r>
                    </a:p>
                  </a:txBody>
                  <a:tcPr anchor="ctr"/>
                </a:tc>
                <a:extLst>
                  <a:ext uri="{0D108BD9-81ED-4DB2-BD59-A6C34878D82A}">
                    <a16:rowId xmlns:a16="http://schemas.microsoft.com/office/drawing/2014/main" val="3910983020"/>
                  </a:ext>
                </a:extLst>
              </a:tr>
              <a:tr h="627947">
                <a:tc>
                  <a:txBody>
                    <a:bodyPr/>
                    <a:lstStyle/>
                    <a:p>
                      <a:pPr algn="ctr">
                        <a:buNone/>
                      </a:pPr>
                      <a:r>
                        <a:rPr lang="en-US" sz="2000" b="0" i="0" dirty="0">
                          <a:latin typeface="Ubuntu" panose="020B0504030602030204" pitchFamily="34" charset="0"/>
                        </a:rPr>
                        <a:t>Preserves knowledge</a:t>
                      </a:r>
                    </a:p>
                  </a:txBody>
                  <a:tcPr anchor="ctr"/>
                </a:tc>
                <a:tc>
                  <a:txBody>
                    <a:bodyPr/>
                    <a:lstStyle/>
                    <a:p>
                      <a:pPr algn="ctr">
                        <a:buNone/>
                      </a:pPr>
                      <a:r>
                        <a:rPr lang="en-US" sz="2000" b="0" i="0" dirty="0">
                          <a:latin typeface="Ubuntu" panose="020B0504030602030204" pitchFamily="34" charset="0"/>
                        </a:rPr>
                        <a:t>Knowledge lost</a:t>
                      </a:r>
                    </a:p>
                  </a:txBody>
                  <a:tcPr anchor="ctr"/>
                </a:tc>
                <a:extLst>
                  <a:ext uri="{0D108BD9-81ED-4DB2-BD59-A6C34878D82A}">
                    <a16:rowId xmlns:a16="http://schemas.microsoft.com/office/drawing/2014/main" val="24745985"/>
                  </a:ext>
                </a:extLst>
              </a:tr>
              <a:tr h="627947">
                <a:tc>
                  <a:txBody>
                    <a:bodyPr/>
                    <a:lstStyle/>
                    <a:p>
                      <a:pPr algn="ctr">
                        <a:buNone/>
                      </a:pPr>
                      <a:r>
                        <a:rPr lang="en-US" sz="2000" b="0" i="0" dirty="0">
                          <a:latin typeface="Ubuntu" panose="020B0504030602030204" pitchFamily="34" charset="0"/>
                        </a:rPr>
                        <a:t>Faster results</a:t>
                      </a:r>
                    </a:p>
                  </a:txBody>
                  <a:tcPr anchor="ctr"/>
                </a:tc>
                <a:tc>
                  <a:txBody>
                    <a:bodyPr/>
                    <a:lstStyle/>
                    <a:p>
                      <a:pPr algn="ctr">
                        <a:buNone/>
                      </a:pPr>
                      <a:r>
                        <a:rPr lang="en-US" sz="2000" b="0" i="0" dirty="0">
                          <a:latin typeface="Ubuntu" panose="020B0504030602030204" pitchFamily="34" charset="0"/>
                        </a:rPr>
                        <a:t>Long development time</a:t>
                      </a:r>
                    </a:p>
                  </a:txBody>
                  <a:tcPr anchor="ctr"/>
                </a:tc>
                <a:extLst>
                  <a:ext uri="{0D108BD9-81ED-4DB2-BD59-A6C34878D82A}">
                    <a16:rowId xmlns:a16="http://schemas.microsoft.com/office/drawing/2014/main" val="2048895534"/>
                  </a:ext>
                </a:extLst>
              </a:tr>
            </a:tbl>
          </a:graphicData>
        </a:graphic>
      </p:graphicFrame>
      <p:sp>
        <p:nvSpPr>
          <p:cNvPr id="6" name="TextBox 5">
            <a:extLst>
              <a:ext uri="{FF2B5EF4-FFF2-40B4-BE49-F238E27FC236}">
                <a16:creationId xmlns:a16="http://schemas.microsoft.com/office/drawing/2014/main" id="{FED8C435-FC30-73CD-D1D0-2B2D01359DB2}"/>
              </a:ext>
            </a:extLst>
          </p:cNvPr>
          <p:cNvSpPr txBox="1"/>
          <p:nvPr/>
        </p:nvSpPr>
        <p:spPr>
          <a:xfrm>
            <a:off x="2601685" y="4872443"/>
            <a:ext cx="6858000" cy="646331"/>
          </a:xfrm>
          <a:prstGeom prst="rect">
            <a:avLst/>
          </a:prstGeom>
          <a:noFill/>
        </p:spPr>
        <p:txBody>
          <a:bodyPr wrap="square">
            <a:spAutoFit/>
          </a:bodyPr>
          <a:lstStyle/>
          <a:p>
            <a:r>
              <a:rPr lang="en-US" dirty="0">
                <a:latin typeface="Ubuntu" panose="020B0504030602030204" pitchFamily="34" charset="0"/>
              </a:rPr>
              <a:t>Sommerville recommends </a:t>
            </a:r>
            <a:r>
              <a:rPr lang="en-US" b="1" dirty="0">
                <a:latin typeface="Ubuntu" panose="020B0504030602030204" pitchFamily="34" charset="0"/>
              </a:rPr>
              <a:t>reengineering</a:t>
            </a:r>
            <a:r>
              <a:rPr lang="en-US" dirty="0">
                <a:latin typeface="Ubuntu" panose="020B0504030602030204" pitchFamily="34" charset="0"/>
              </a:rPr>
              <a:t> when system quality is poor but </a:t>
            </a:r>
            <a:r>
              <a:rPr lang="en-US" b="1" dirty="0">
                <a:latin typeface="Ubuntu" panose="020B0504030602030204" pitchFamily="34" charset="0"/>
              </a:rPr>
              <a:t>functionality is valuable</a:t>
            </a:r>
            <a:r>
              <a:rPr lang="en-US" dirty="0">
                <a:latin typeface="Ubuntu" panose="020B0504030602030204" pitchFamily="34" charset="0"/>
              </a:rPr>
              <a:t>.</a:t>
            </a:r>
          </a:p>
        </p:txBody>
      </p:sp>
    </p:spTree>
    <p:extLst>
      <p:ext uri="{BB962C8B-B14F-4D97-AF65-F5344CB8AC3E}">
        <p14:creationId xmlns:p14="http://schemas.microsoft.com/office/powerpoint/2010/main" val="1810370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B58CC-8AD0-64F0-C4AE-733E204A5D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08E3B3-A4BB-4FE6-F665-E4D0DDA1E645}"/>
              </a:ext>
            </a:extLst>
          </p:cNvPr>
          <p:cNvSpPr>
            <a:spLocks noGrp="1"/>
          </p:cNvSpPr>
          <p:nvPr>
            <p:ph type="title"/>
          </p:nvPr>
        </p:nvSpPr>
        <p:spPr>
          <a:xfrm>
            <a:off x="838200" y="365126"/>
            <a:ext cx="10515600" cy="749572"/>
          </a:xfrm>
        </p:spPr>
        <p:txBody>
          <a:bodyPr/>
          <a:lstStyle/>
          <a:p>
            <a:r>
              <a:rPr lang="en-US" sz="4000" dirty="0"/>
              <a:t>Software Reengineering Activities</a:t>
            </a:r>
          </a:p>
        </p:txBody>
      </p:sp>
      <p:sp>
        <p:nvSpPr>
          <p:cNvPr id="5" name="TextBox 4">
            <a:extLst>
              <a:ext uri="{FF2B5EF4-FFF2-40B4-BE49-F238E27FC236}">
                <a16:creationId xmlns:a16="http://schemas.microsoft.com/office/drawing/2014/main" id="{AE7F2405-8179-18EB-2109-6EE97519F553}"/>
              </a:ext>
            </a:extLst>
          </p:cNvPr>
          <p:cNvSpPr txBox="1"/>
          <p:nvPr/>
        </p:nvSpPr>
        <p:spPr>
          <a:xfrm>
            <a:off x="1582782" y="1191961"/>
            <a:ext cx="7900851" cy="2970750"/>
          </a:xfrm>
          <a:prstGeom prst="rect">
            <a:avLst/>
          </a:prstGeom>
          <a:noFill/>
        </p:spPr>
        <p:txBody>
          <a:bodyPr wrap="square">
            <a:spAutoFit/>
          </a:bodyPr>
          <a:lstStyle/>
          <a:p>
            <a:pPr>
              <a:buNone/>
            </a:pPr>
            <a:r>
              <a:rPr lang="en-US" sz="2400" dirty="0">
                <a:latin typeface="Ubuntu" panose="020B0504030602030204" pitchFamily="34" charset="0"/>
              </a:rPr>
              <a:t>Four main reengineering activities:</a:t>
            </a:r>
          </a:p>
          <a:p>
            <a:pPr>
              <a:buNone/>
            </a:pPr>
            <a:endParaRPr lang="en-US" sz="2400" dirty="0">
              <a:latin typeface="Ubuntu" panose="020B0504030602030204" pitchFamily="34" charset="0"/>
            </a:endParaRPr>
          </a:p>
          <a:p>
            <a:pPr lvl="1">
              <a:lnSpc>
                <a:spcPct val="150000"/>
              </a:lnSpc>
              <a:buFont typeface="+mj-lt"/>
              <a:buAutoNum type="arabicPeriod"/>
            </a:pPr>
            <a:r>
              <a:rPr lang="en-US" sz="2400" dirty="0">
                <a:latin typeface="Ubuntu" panose="020B0504030602030204" pitchFamily="34" charset="0"/>
              </a:rPr>
              <a:t>Source Code Translation</a:t>
            </a:r>
          </a:p>
          <a:p>
            <a:pPr lvl="1">
              <a:lnSpc>
                <a:spcPct val="150000"/>
              </a:lnSpc>
              <a:buFont typeface="+mj-lt"/>
              <a:buAutoNum type="arabicPeriod"/>
            </a:pPr>
            <a:r>
              <a:rPr lang="en-US" sz="2400" dirty="0">
                <a:latin typeface="Ubuntu" panose="020B0504030602030204" pitchFamily="34" charset="0"/>
              </a:rPr>
              <a:t>Reverse Engineering</a:t>
            </a:r>
          </a:p>
          <a:p>
            <a:pPr lvl="1">
              <a:lnSpc>
                <a:spcPct val="150000"/>
              </a:lnSpc>
              <a:buFont typeface="+mj-lt"/>
              <a:buAutoNum type="arabicPeriod"/>
            </a:pPr>
            <a:r>
              <a:rPr lang="en-US" sz="2400" dirty="0">
                <a:latin typeface="Ubuntu" panose="020B0504030602030204" pitchFamily="34" charset="0"/>
              </a:rPr>
              <a:t>Program Structure Improvement</a:t>
            </a:r>
          </a:p>
          <a:p>
            <a:pPr lvl="1">
              <a:lnSpc>
                <a:spcPct val="150000"/>
              </a:lnSpc>
              <a:buFont typeface="+mj-lt"/>
              <a:buAutoNum type="arabicPeriod"/>
            </a:pPr>
            <a:r>
              <a:rPr lang="en-US" sz="2400" dirty="0">
                <a:latin typeface="Ubuntu" panose="020B0504030602030204" pitchFamily="34" charset="0"/>
              </a:rPr>
              <a:t>Data Reengineering</a:t>
            </a:r>
          </a:p>
        </p:txBody>
      </p:sp>
    </p:spTree>
    <p:extLst>
      <p:ext uri="{BB962C8B-B14F-4D97-AF65-F5344CB8AC3E}">
        <p14:creationId xmlns:p14="http://schemas.microsoft.com/office/powerpoint/2010/main" val="1870053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77007-8FE7-04F8-7EBE-7EA8A761CB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A41F320-6B85-2779-67F0-92A8819D554B}"/>
              </a:ext>
            </a:extLst>
          </p:cNvPr>
          <p:cNvSpPr>
            <a:spLocks noGrp="1"/>
          </p:cNvSpPr>
          <p:nvPr>
            <p:ph type="title"/>
          </p:nvPr>
        </p:nvSpPr>
        <p:spPr>
          <a:xfrm>
            <a:off x="838200" y="365126"/>
            <a:ext cx="10515600" cy="749572"/>
          </a:xfrm>
        </p:spPr>
        <p:txBody>
          <a:bodyPr/>
          <a:lstStyle/>
          <a:p>
            <a:r>
              <a:rPr lang="en-US" sz="4000" dirty="0"/>
              <a:t>Legacy systems</a:t>
            </a:r>
          </a:p>
        </p:txBody>
      </p:sp>
      <p:sp>
        <p:nvSpPr>
          <p:cNvPr id="5" name="TextBox 4">
            <a:extLst>
              <a:ext uri="{FF2B5EF4-FFF2-40B4-BE49-F238E27FC236}">
                <a16:creationId xmlns:a16="http://schemas.microsoft.com/office/drawing/2014/main" id="{957A686A-9F10-2F70-4255-AD02C8604728}"/>
              </a:ext>
            </a:extLst>
          </p:cNvPr>
          <p:cNvSpPr txBox="1"/>
          <p:nvPr/>
        </p:nvSpPr>
        <p:spPr>
          <a:xfrm>
            <a:off x="1582783" y="1191961"/>
            <a:ext cx="9241972" cy="3416320"/>
          </a:xfrm>
          <a:prstGeom prst="rect">
            <a:avLst/>
          </a:prstGeom>
          <a:noFill/>
        </p:spPr>
        <p:txBody>
          <a:bodyPr wrap="square">
            <a:spAutoFit/>
          </a:bodyPr>
          <a:lstStyle/>
          <a:p>
            <a:pPr marL="342900" indent="-342900">
              <a:buFont typeface="Wingdings" pitchFamily="2" charset="2"/>
              <a:buChar char="q"/>
            </a:pPr>
            <a:r>
              <a:rPr lang="en-US" sz="2400" b="1" dirty="0">
                <a:latin typeface="Ubuntu" panose="020B0504030602030204" pitchFamily="34" charset="0"/>
              </a:rPr>
              <a:t>Legacy systems</a:t>
            </a:r>
            <a:r>
              <a:rPr lang="en-US" sz="2400" dirty="0">
                <a:latin typeface="Ubuntu" panose="020B0504030602030204" pitchFamily="34" charset="0"/>
              </a:rPr>
              <a:t> are </a:t>
            </a:r>
            <a:r>
              <a:rPr lang="en-US" sz="2400" b="1" dirty="0">
                <a:latin typeface="Ubuntu" panose="020B0504030602030204" pitchFamily="34" charset="0"/>
              </a:rPr>
              <a:t>old systems </a:t>
            </a:r>
            <a:r>
              <a:rPr lang="en-US" sz="2400" dirty="0">
                <a:latin typeface="Ubuntu" panose="020B0504030602030204" pitchFamily="34" charset="0"/>
              </a:rPr>
              <a:t>that are still useful and are sometimes </a:t>
            </a:r>
            <a:r>
              <a:rPr lang="en-US" sz="2400" b="1" dirty="0">
                <a:latin typeface="Ubuntu" panose="020B0504030602030204" pitchFamily="34" charset="0"/>
              </a:rPr>
              <a:t>critical</a:t>
            </a:r>
            <a:r>
              <a:rPr lang="en-US" sz="2400" dirty="0">
                <a:latin typeface="Ubuntu" panose="020B0504030602030204" pitchFamily="34" charset="0"/>
              </a:rPr>
              <a:t> to business operation. </a:t>
            </a:r>
          </a:p>
          <a:p>
            <a:pPr marL="342900" indent="-342900">
              <a:buFont typeface="Wingdings" pitchFamily="2" charset="2"/>
              <a:buChar char="q"/>
            </a:pPr>
            <a:endParaRPr lang="en-US" sz="2400" dirty="0">
              <a:latin typeface="Ubuntu" panose="020B0504030602030204" pitchFamily="34" charset="0"/>
            </a:endParaRPr>
          </a:p>
          <a:p>
            <a:pPr marL="342900" indent="-342900">
              <a:buFont typeface="Wingdings" pitchFamily="2" charset="2"/>
              <a:buChar char="q"/>
            </a:pPr>
            <a:r>
              <a:rPr lang="en-US" sz="2400" dirty="0">
                <a:latin typeface="Ubuntu" panose="020B0504030602030204" pitchFamily="34" charset="0"/>
              </a:rPr>
              <a:t>They may be implemented using </a:t>
            </a:r>
            <a:r>
              <a:rPr lang="en-US" sz="2400" b="1" dirty="0">
                <a:latin typeface="Ubuntu" panose="020B0504030602030204" pitchFamily="34" charset="0"/>
              </a:rPr>
              <a:t>outdated languages </a:t>
            </a:r>
            <a:r>
              <a:rPr lang="en-US" sz="2400" dirty="0">
                <a:latin typeface="Ubuntu" panose="020B0504030602030204" pitchFamily="34" charset="0"/>
              </a:rPr>
              <a:t>and </a:t>
            </a:r>
            <a:r>
              <a:rPr lang="en-US" sz="2400" b="1" dirty="0">
                <a:latin typeface="Ubuntu" panose="020B0504030602030204" pitchFamily="34" charset="0"/>
              </a:rPr>
              <a:t>technology</a:t>
            </a:r>
            <a:r>
              <a:rPr lang="en-US" sz="2400" dirty="0">
                <a:latin typeface="Ubuntu" panose="020B0504030602030204" pitchFamily="34" charset="0"/>
              </a:rPr>
              <a:t> or may use other systems that are </a:t>
            </a:r>
            <a:r>
              <a:rPr lang="en-US" sz="2400" b="1" dirty="0">
                <a:latin typeface="Ubuntu" panose="020B0504030602030204" pitchFamily="34" charset="0"/>
              </a:rPr>
              <a:t>expensive to maintain</a:t>
            </a:r>
            <a:r>
              <a:rPr lang="en-US" sz="2400" dirty="0">
                <a:latin typeface="Ubuntu" panose="020B0504030602030204" pitchFamily="34" charset="0"/>
              </a:rPr>
              <a:t>. </a:t>
            </a:r>
          </a:p>
          <a:p>
            <a:pPr marL="342900" indent="-342900">
              <a:buFont typeface="Wingdings" pitchFamily="2" charset="2"/>
              <a:buChar char="q"/>
            </a:pPr>
            <a:endParaRPr lang="en-US" sz="2400" dirty="0">
              <a:latin typeface="Ubuntu" panose="020B0504030602030204" pitchFamily="34" charset="0"/>
            </a:endParaRPr>
          </a:p>
          <a:p>
            <a:pPr marL="342900" indent="-342900">
              <a:buFont typeface="Wingdings" pitchFamily="2" charset="2"/>
              <a:buChar char="q"/>
            </a:pPr>
            <a:r>
              <a:rPr lang="en-US" sz="2400" dirty="0">
                <a:latin typeface="Ubuntu" panose="020B0504030602030204" pitchFamily="34" charset="0"/>
              </a:rPr>
              <a:t>Often their structure has been </a:t>
            </a:r>
            <a:r>
              <a:rPr lang="en-US" sz="2400" b="1" dirty="0">
                <a:latin typeface="Ubuntu" panose="020B0504030602030204" pitchFamily="34" charset="0"/>
              </a:rPr>
              <a:t>degraded</a:t>
            </a:r>
            <a:r>
              <a:rPr lang="en-US" sz="2400" dirty="0">
                <a:latin typeface="Ubuntu" panose="020B0504030602030204" pitchFamily="34" charset="0"/>
              </a:rPr>
              <a:t> by change and </a:t>
            </a:r>
            <a:r>
              <a:rPr lang="en-US" sz="2400" b="1" dirty="0">
                <a:latin typeface="Ubuntu" panose="020B0504030602030204" pitchFamily="34" charset="0"/>
              </a:rPr>
              <a:t>documentation</a:t>
            </a:r>
            <a:r>
              <a:rPr lang="en-US" sz="2400" dirty="0">
                <a:latin typeface="Ubuntu" panose="020B0504030602030204" pitchFamily="34" charset="0"/>
              </a:rPr>
              <a:t> is missing or out of date.</a:t>
            </a:r>
          </a:p>
        </p:txBody>
      </p:sp>
    </p:spTree>
    <p:extLst>
      <p:ext uri="{BB962C8B-B14F-4D97-AF65-F5344CB8AC3E}">
        <p14:creationId xmlns:p14="http://schemas.microsoft.com/office/powerpoint/2010/main" val="4157714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591F9-6BC3-41D7-939A-D5FB781826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03D781-D50B-E352-A1F8-A62DDF94658C}"/>
              </a:ext>
            </a:extLst>
          </p:cNvPr>
          <p:cNvSpPr>
            <a:spLocks noGrp="1"/>
          </p:cNvSpPr>
          <p:nvPr>
            <p:ph type="title"/>
          </p:nvPr>
        </p:nvSpPr>
        <p:spPr>
          <a:xfrm>
            <a:off x="838200" y="365126"/>
            <a:ext cx="10515600" cy="749572"/>
          </a:xfrm>
        </p:spPr>
        <p:txBody>
          <a:bodyPr/>
          <a:lstStyle/>
          <a:p>
            <a:r>
              <a:rPr lang="en-US" sz="4000" dirty="0"/>
              <a:t>Legacy system management</a:t>
            </a:r>
          </a:p>
        </p:txBody>
      </p:sp>
      <p:sp>
        <p:nvSpPr>
          <p:cNvPr id="5" name="TextBox 4">
            <a:extLst>
              <a:ext uri="{FF2B5EF4-FFF2-40B4-BE49-F238E27FC236}">
                <a16:creationId xmlns:a16="http://schemas.microsoft.com/office/drawing/2014/main" id="{C0A6655A-8C8D-FF46-FD86-D818FA1E7AC0}"/>
              </a:ext>
            </a:extLst>
          </p:cNvPr>
          <p:cNvSpPr txBox="1"/>
          <p:nvPr/>
        </p:nvSpPr>
        <p:spPr>
          <a:xfrm>
            <a:off x="1582783" y="1191961"/>
            <a:ext cx="9241972" cy="3785652"/>
          </a:xfrm>
          <a:prstGeom prst="rect">
            <a:avLst/>
          </a:prstGeom>
          <a:noFill/>
        </p:spPr>
        <p:txBody>
          <a:bodyPr wrap="square">
            <a:spAutoFit/>
          </a:bodyPr>
          <a:lstStyle/>
          <a:p>
            <a:r>
              <a:rPr lang="en-US" sz="2400" b="1" dirty="0">
                <a:latin typeface="Ubuntu" panose="020B0504030602030204" pitchFamily="34" charset="0"/>
              </a:rPr>
              <a:t>Scrap the system completely: </a:t>
            </a:r>
            <a:r>
              <a:rPr lang="en-US" sz="2400" dirty="0">
                <a:latin typeface="Ubuntu" panose="020B0504030602030204" pitchFamily="34" charset="0"/>
              </a:rPr>
              <a:t>This option should be chosen when the system is not making an effective contribution to business processes. This commonly occurs when business processes have changed since the system was installed and are no longer reliant on the legacy system.</a:t>
            </a:r>
          </a:p>
          <a:p>
            <a:endParaRPr lang="en-US" sz="2400" dirty="0">
              <a:latin typeface="Ubuntu" panose="020B0504030602030204" pitchFamily="34" charset="0"/>
            </a:endParaRPr>
          </a:p>
          <a:p>
            <a:r>
              <a:rPr lang="en-US" sz="2400" b="1" dirty="0">
                <a:latin typeface="Ubuntu" panose="020B0504030602030204" pitchFamily="34" charset="0"/>
              </a:rPr>
              <a:t>Leave the system unchanged and continue with regular maintenance:</a:t>
            </a:r>
            <a:r>
              <a:rPr lang="en-US" sz="2400" dirty="0">
                <a:latin typeface="Ubuntu" panose="020B0504030602030204" pitchFamily="34" charset="0"/>
              </a:rPr>
              <a:t> This option should be chosen when the system is still required but is fairly stable and the system users make relatively few change requests.</a:t>
            </a:r>
          </a:p>
        </p:txBody>
      </p:sp>
    </p:spTree>
    <p:extLst>
      <p:ext uri="{BB962C8B-B14F-4D97-AF65-F5344CB8AC3E}">
        <p14:creationId xmlns:p14="http://schemas.microsoft.com/office/powerpoint/2010/main" val="2827333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C6276-CF77-6302-0A6A-599B96AFFC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73B585-AE8A-41AA-10A7-B26FBB044B24}"/>
              </a:ext>
            </a:extLst>
          </p:cNvPr>
          <p:cNvSpPr>
            <a:spLocks noGrp="1"/>
          </p:cNvSpPr>
          <p:nvPr>
            <p:ph type="title"/>
          </p:nvPr>
        </p:nvSpPr>
        <p:spPr>
          <a:xfrm>
            <a:off x="838200" y="365126"/>
            <a:ext cx="10515600" cy="749572"/>
          </a:xfrm>
        </p:spPr>
        <p:txBody>
          <a:bodyPr/>
          <a:lstStyle/>
          <a:p>
            <a:r>
              <a:rPr lang="en-US" sz="4000" dirty="0"/>
              <a:t>Legacy system management</a:t>
            </a:r>
          </a:p>
        </p:txBody>
      </p:sp>
      <p:sp>
        <p:nvSpPr>
          <p:cNvPr id="5" name="TextBox 4">
            <a:extLst>
              <a:ext uri="{FF2B5EF4-FFF2-40B4-BE49-F238E27FC236}">
                <a16:creationId xmlns:a16="http://schemas.microsoft.com/office/drawing/2014/main" id="{A478D7BE-9B5A-442B-E159-BA3499677106}"/>
              </a:ext>
            </a:extLst>
          </p:cNvPr>
          <p:cNvSpPr txBox="1"/>
          <p:nvPr/>
        </p:nvSpPr>
        <p:spPr>
          <a:xfrm>
            <a:off x="1582783" y="1191961"/>
            <a:ext cx="9241972" cy="4524315"/>
          </a:xfrm>
          <a:prstGeom prst="rect">
            <a:avLst/>
          </a:prstGeom>
          <a:noFill/>
        </p:spPr>
        <p:txBody>
          <a:bodyPr wrap="square">
            <a:spAutoFit/>
          </a:bodyPr>
          <a:lstStyle/>
          <a:p>
            <a:r>
              <a:rPr lang="en-US" sz="2400" b="1" dirty="0">
                <a:latin typeface="Ubuntu" panose="020B0504030602030204" pitchFamily="34" charset="0"/>
              </a:rPr>
              <a:t>Reengineer the system to improve its maintainability: </a:t>
            </a:r>
            <a:r>
              <a:rPr lang="en-US" sz="2400" dirty="0">
                <a:latin typeface="Ubuntu" panose="020B0504030602030204" pitchFamily="34" charset="0"/>
              </a:rPr>
              <a:t>This option should be chosen when the system quality has been degraded by change and where a new change to the system is still being proposed. This process may include developing new interface components so that the original system can work with other, newer systems.</a:t>
            </a:r>
          </a:p>
          <a:p>
            <a:endParaRPr lang="en-US" sz="2400" dirty="0">
              <a:latin typeface="Ubuntu" panose="020B0504030602030204" pitchFamily="34" charset="0"/>
            </a:endParaRPr>
          </a:p>
          <a:p>
            <a:r>
              <a:rPr lang="en-US" sz="2400" b="1" dirty="0">
                <a:latin typeface="Ubuntu" panose="020B0504030602030204" pitchFamily="34" charset="0"/>
              </a:rPr>
              <a:t>Replace all or part of the system with a new system </a:t>
            </a:r>
            <a:r>
              <a:rPr lang="en-US" sz="2400" dirty="0">
                <a:latin typeface="Ubuntu" panose="020B0504030602030204" pitchFamily="34" charset="0"/>
              </a:rPr>
              <a:t>This option should be chosen when factors, such as new hardware, mean that the old system cannot continue in operation or where off-the-shelf systems would allow the new system to be developed at a reasonable cost. </a:t>
            </a:r>
          </a:p>
        </p:txBody>
      </p:sp>
    </p:spTree>
    <p:extLst>
      <p:ext uri="{BB962C8B-B14F-4D97-AF65-F5344CB8AC3E}">
        <p14:creationId xmlns:p14="http://schemas.microsoft.com/office/powerpoint/2010/main" val="302111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19E03-1679-A70C-74ED-01047E2910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963B45-0628-E3C1-6B72-B68955D94C23}"/>
              </a:ext>
            </a:extLst>
          </p:cNvPr>
          <p:cNvSpPr>
            <a:spLocks noGrp="1"/>
          </p:cNvSpPr>
          <p:nvPr>
            <p:ph type="title"/>
          </p:nvPr>
        </p:nvSpPr>
        <p:spPr>
          <a:xfrm>
            <a:off x="838200" y="365126"/>
            <a:ext cx="10515600" cy="749572"/>
          </a:xfrm>
        </p:spPr>
        <p:txBody>
          <a:bodyPr/>
          <a:lstStyle/>
          <a:p>
            <a:r>
              <a:rPr lang="en-US" sz="4000" dirty="0"/>
              <a:t>Legacy system management</a:t>
            </a:r>
          </a:p>
        </p:txBody>
      </p:sp>
      <p:pic>
        <p:nvPicPr>
          <p:cNvPr id="2" name="Picture 1">
            <a:extLst>
              <a:ext uri="{FF2B5EF4-FFF2-40B4-BE49-F238E27FC236}">
                <a16:creationId xmlns:a16="http://schemas.microsoft.com/office/drawing/2014/main" id="{672642D0-82C5-0893-ECE9-FF7930D4EDE8}"/>
              </a:ext>
            </a:extLst>
          </p:cNvPr>
          <p:cNvPicPr>
            <a:picLocks noChangeAspect="1"/>
          </p:cNvPicPr>
          <p:nvPr/>
        </p:nvPicPr>
        <p:blipFill>
          <a:blip r:embed="rId2"/>
          <a:stretch>
            <a:fillRect/>
          </a:stretch>
        </p:blipFill>
        <p:spPr>
          <a:xfrm>
            <a:off x="4237083" y="1040855"/>
            <a:ext cx="3717834" cy="2522816"/>
          </a:xfrm>
          <a:prstGeom prst="rect">
            <a:avLst/>
          </a:prstGeom>
        </p:spPr>
      </p:pic>
      <p:sp>
        <p:nvSpPr>
          <p:cNvPr id="6" name="TextBox 5">
            <a:extLst>
              <a:ext uri="{FF2B5EF4-FFF2-40B4-BE49-F238E27FC236}">
                <a16:creationId xmlns:a16="http://schemas.microsoft.com/office/drawing/2014/main" id="{7D37DDED-BBF8-2E79-AD36-6FDBCB5AA859}"/>
              </a:ext>
            </a:extLst>
          </p:cNvPr>
          <p:cNvSpPr txBox="1"/>
          <p:nvPr/>
        </p:nvSpPr>
        <p:spPr>
          <a:xfrm>
            <a:off x="3451860" y="3563671"/>
            <a:ext cx="5288280" cy="369332"/>
          </a:xfrm>
          <a:prstGeom prst="rect">
            <a:avLst/>
          </a:prstGeom>
          <a:noFill/>
        </p:spPr>
        <p:txBody>
          <a:bodyPr wrap="square">
            <a:spAutoFit/>
          </a:bodyPr>
          <a:lstStyle/>
          <a:p>
            <a:r>
              <a:rPr lang="en-US" dirty="0">
                <a:latin typeface="Ubuntu Light" panose="020B0304030602030204" pitchFamily="34" charset="0"/>
              </a:rPr>
              <a:t>Figure: An example of a legacy system assessment</a:t>
            </a:r>
          </a:p>
        </p:txBody>
      </p:sp>
      <p:sp>
        <p:nvSpPr>
          <p:cNvPr id="8" name="TextBox 7">
            <a:extLst>
              <a:ext uri="{FF2B5EF4-FFF2-40B4-BE49-F238E27FC236}">
                <a16:creationId xmlns:a16="http://schemas.microsoft.com/office/drawing/2014/main" id="{9F99E782-3206-F4DB-BED4-93A30110D44C}"/>
              </a:ext>
            </a:extLst>
          </p:cNvPr>
          <p:cNvSpPr txBox="1"/>
          <p:nvPr/>
        </p:nvSpPr>
        <p:spPr>
          <a:xfrm>
            <a:off x="1338942" y="4086201"/>
            <a:ext cx="9607731" cy="923330"/>
          </a:xfrm>
          <a:prstGeom prst="rect">
            <a:avLst/>
          </a:prstGeom>
          <a:noFill/>
        </p:spPr>
        <p:txBody>
          <a:bodyPr wrap="square">
            <a:spAutoFit/>
          </a:bodyPr>
          <a:lstStyle/>
          <a:p>
            <a:r>
              <a:rPr lang="en-US" dirty="0">
                <a:latin typeface="Ubuntu" panose="020B0504030602030204" pitchFamily="34" charset="0"/>
              </a:rPr>
              <a:t>1. </a:t>
            </a:r>
            <a:r>
              <a:rPr lang="en-US" b="1" dirty="0">
                <a:latin typeface="Ubuntu" panose="020B0504030602030204" pitchFamily="34" charset="0"/>
              </a:rPr>
              <a:t>Low quality, low business value</a:t>
            </a:r>
            <a:r>
              <a:rPr lang="en-US" dirty="0">
                <a:latin typeface="Ubuntu" panose="020B0504030602030204" pitchFamily="34" charset="0"/>
              </a:rPr>
              <a:t> Keeping these systems in operation will be expensive and the rate of the return to the business will be fairly small. These systems should be scrapped.</a:t>
            </a:r>
          </a:p>
        </p:txBody>
      </p:sp>
      <p:sp>
        <p:nvSpPr>
          <p:cNvPr id="10" name="TextBox 9">
            <a:extLst>
              <a:ext uri="{FF2B5EF4-FFF2-40B4-BE49-F238E27FC236}">
                <a16:creationId xmlns:a16="http://schemas.microsoft.com/office/drawing/2014/main" id="{CA78A426-72D9-AD23-8315-488525E69455}"/>
              </a:ext>
            </a:extLst>
          </p:cNvPr>
          <p:cNvSpPr txBox="1"/>
          <p:nvPr/>
        </p:nvSpPr>
        <p:spPr>
          <a:xfrm>
            <a:off x="1338942" y="5162730"/>
            <a:ext cx="9701346" cy="1200329"/>
          </a:xfrm>
          <a:prstGeom prst="rect">
            <a:avLst/>
          </a:prstGeom>
          <a:noFill/>
        </p:spPr>
        <p:txBody>
          <a:bodyPr wrap="square">
            <a:spAutoFit/>
          </a:bodyPr>
          <a:lstStyle/>
          <a:p>
            <a:r>
              <a:rPr lang="en-US" dirty="0">
                <a:latin typeface="Ubuntu" panose="020B0504030602030204" pitchFamily="34" charset="0"/>
              </a:rPr>
              <a:t>2. </a:t>
            </a:r>
            <a:r>
              <a:rPr lang="en-US" b="1" dirty="0">
                <a:latin typeface="Ubuntu" panose="020B0504030602030204" pitchFamily="34" charset="0"/>
              </a:rPr>
              <a:t>Low quality, high business value </a:t>
            </a:r>
            <a:r>
              <a:rPr lang="en-US" dirty="0">
                <a:latin typeface="Ubuntu" panose="020B0504030602030204" pitchFamily="34" charset="0"/>
              </a:rPr>
              <a:t>These systems are making an important business contribution so they cannot be scrapped. However, their low-quality means that it is expensive to maintain them. These systems should be reengineered to improve their quality. They may be replaced, if a suitable off-the-shelf system is available.</a:t>
            </a:r>
          </a:p>
        </p:txBody>
      </p:sp>
    </p:spTree>
    <p:extLst>
      <p:ext uri="{BB962C8B-B14F-4D97-AF65-F5344CB8AC3E}">
        <p14:creationId xmlns:p14="http://schemas.microsoft.com/office/powerpoint/2010/main" val="2678191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2338-3694-FB39-1539-DDA7CC3C8E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6C71F4-BA7A-6B06-E5FB-88B3B9B4F9C8}"/>
              </a:ext>
            </a:extLst>
          </p:cNvPr>
          <p:cNvSpPr>
            <a:spLocks noGrp="1"/>
          </p:cNvSpPr>
          <p:nvPr>
            <p:ph type="title"/>
          </p:nvPr>
        </p:nvSpPr>
        <p:spPr>
          <a:xfrm>
            <a:off x="838200" y="365126"/>
            <a:ext cx="10515600" cy="749572"/>
          </a:xfrm>
        </p:spPr>
        <p:txBody>
          <a:bodyPr/>
          <a:lstStyle/>
          <a:p>
            <a:r>
              <a:rPr lang="en-US" sz="4000" dirty="0"/>
              <a:t>Legacy system management</a:t>
            </a:r>
          </a:p>
        </p:txBody>
      </p:sp>
      <p:pic>
        <p:nvPicPr>
          <p:cNvPr id="2" name="Picture 1">
            <a:extLst>
              <a:ext uri="{FF2B5EF4-FFF2-40B4-BE49-F238E27FC236}">
                <a16:creationId xmlns:a16="http://schemas.microsoft.com/office/drawing/2014/main" id="{FB1F3079-CE44-93D7-6241-366FC862C5F2}"/>
              </a:ext>
            </a:extLst>
          </p:cNvPr>
          <p:cNvPicPr>
            <a:picLocks noChangeAspect="1"/>
          </p:cNvPicPr>
          <p:nvPr/>
        </p:nvPicPr>
        <p:blipFill>
          <a:blip r:embed="rId2"/>
          <a:stretch>
            <a:fillRect/>
          </a:stretch>
        </p:blipFill>
        <p:spPr>
          <a:xfrm>
            <a:off x="4237083" y="1040855"/>
            <a:ext cx="3717834" cy="2522816"/>
          </a:xfrm>
          <a:prstGeom prst="rect">
            <a:avLst/>
          </a:prstGeom>
        </p:spPr>
      </p:pic>
      <p:sp>
        <p:nvSpPr>
          <p:cNvPr id="6" name="TextBox 5">
            <a:extLst>
              <a:ext uri="{FF2B5EF4-FFF2-40B4-BE49-F238E27FC236}">
                <a16:creationId xmlns:a16="http://schemas.microsoft.com/office/drawing/2014/main" id="{0806DDDE-DDE6-A028-D9C0-818A2B4A1C58}"/>
              </a:ext>
            </a:extLst>
          </p:cNvPr>
          <p:cNvSpPr txBox="1"/>
          <p:nvPr/>
        </p:nvSpPr>
        <p:spPr>
          <a:xfrm>
            <a:off x="3451860" y="3563671"/>
            <a:ext cx="5288280" cy="369332"/>
          </a:xfrm>
          <a:prstGeom prst="rect">
            <a:avLst/>
          </a:prstGeom>
          <a:noFill/>
        </p:spPr>
        <p:txBody>
          <a:bodyPr wrap="square">
            <a:spAutoFit/>
          </a:bodyPr>
          <a:lstStyle/>
          <a:p>
            <a:r>
              <a:rPr lang="en-US" dirty="0">
                <a:latin typeface="Ubuntu Light" panose="020B0304030602030204" pitchFamily="34" charset="0"/>
              </a:rPr>
              <a:t>Figure: An example of a legacy system assessment</a:t>
            </a:r>
          </a:p>
        </p:txBody>
      </p:sp>
      <p:sp>
        <p:nvSpPr>
          <p:cNvPr id="8" name="TextBox 7">
            <a:extLst>
              <a:ext uri="{FF2B5EF4-FFF2-40B4-BE49-F238E27FC236}">
                <a16:creationId xmlns:a16="http://schemas.microsoft.com/office/drawing/2014/main" id="{FD7FC498-54F5-E832-BC59-FB9576D298C4}"/>
              </a:ext>
            </a:extLst>
          </p:cNvPr>
          <p:cNvSpPr txBox="1"/>
          <p:nvPr/>
        </p:nvSpPr>
        <p:spPr>
          <a:xfrm>
            <a:off x="1338942" y="4086201"/>
            <a:ext cx="9607731" cy="1477328"/>
          </a:xfrm>
          <a:prstGeom prst="rect">
            <a:avLst/>
          </a:prstGeom>
          <a:noFill/>
        </p:spPr>
        <p:txBody>
          <a:bodyPr wrap="square">
            <a:spAutoFit/>
          </a:bodyPr>
          <a:lstStyle/>
          <a:p>
            <a:r>
              <a:rPr lang="en-US" b="1" dirty="0">
                <a:latin typeface="Ubuntu" panose="020B0504030602030204" pitchFamily="34" charset="0"/>
              </a:rPr>
              <a:t>3. High quality, low business value </a:t>
            </a:r>
            <a:r>
              <a:rPr lang="en-US" dirty="0">
                <a:latin typeface="Ubuntu" panose="020B0504030602030204" pitchFamily="34" charset="0"/>
              </a:rPr>
              <a:t>These are systems that don’t contribute much to the business but which may not be very expensive to maintain. It is not worth replacing these systems so normal system maintenance may be continued if expensive changes are not required and the system hardware remains in use. If expensive changes become necessary, the software should be scrapped.</a:t>
            </a:r>
          </a:p>
        </p:txBody>
      </p:sp>
    </p:spTree>
    <p:extLst>
      <p:ext uri="{BB962C8B-B14F-4D97-AF65-F5344CB8AC3E}">
        <p14:creationId xmlns:p14="http://schemas.microsoft.com/office/powerpoint/2010/main" val="54839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BBE6B-DDDC-3901-0E77-B3975A10FF7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462109-A271-0C30-C07B-A8A6A7693D51}"/>
              </a:ext>
            </a:extLst>
          </p:cNvPr>
          <p:cNvSpPr>
            <a:spLocks noGrp="1"/>
          </p:cNvSpPr>
          <p:nvPr>
            <p:ph type="title"/>
          </p:nvPr>
        </p:nvSpPr>
        <p:spPr>
          <a:xfrm>
            <a:off x="838200" y="365126"/>
            <a:ext cx="10515600" cy="749572"/>
          </a:xfrm>
        </p:spPr>
        <p:txBody>
          <a:bodyPr/>
          <a:lstStyle/>
          <a:p>
            <a:r>
              <a:rPr lang="en-US" sz="4000" dirty="0"/>
              <a:t>Legacy system management</a:t>
            </a:r>
          </a:p>
        </p:txBody>
      </p:sp>
      <p:pic>
        <p:nvPicPr>
          <p:cNvPr id="2" name="Picture 1">
            <a:extLst>
              <a:ext uri="{FF2B5EF4-FFF2-40B4-BE49-F238E27FC236}">
                <a16:creationId xmlns:a16="http://schemas.microsoft.com/office/drawing/2014/main" id="{F3F984FF-F2C4-E5F9-322B-FA70FFD7C363}"/>
              </a:ext>
            </a:extLst>
          </p:cNvPr>
          <p:cNvPicPr>
            <a:picLocks noChangeAspect="1"/>
          </p:cNvPicPr>
          <p:nvPr/>
        </p:nvPicPr>
        <p:blipFill>
          <a:blip r:embed="rId2"/>
          <a:stretch>
            <a:fillRect/>
          </a:stretch>
        </p:blipFill>
        <p:spPr>
          <a:xfrm>
            <a:off x="4237083" y="1040855"/>
            <a:ext cx="3717834" cy="2522816"/>
          </a:xfrm>
          <a:prstGeom prst="rect">
            <a:avLst/>
          </a:prstGeom>
        </p:spPr>
      </p:pic>
      <p:sp>
        <p:nvSpPr>
          <p:cNvPr id="6" name="TextBox 5">
            <a:extLst>
              <a:ext uri="{FF2B5EF4-FFF2-40B4-BE49-F238E27FC236}">
                <a16:creationId xmlns:a16="http://schemas.microsoft.com/office/drawing/2014/main" id="{173139FD-788B-71F2-A7F3-1DCE1A6A2863}"/>
              </a:ext>
            </a:extLst>
          </p:cNvPr>
          <p:cNvSpPr txBox="1"/>
          <p:nvPr/>
        </p:nvSpPr>
        <p:spPr>
          <a:xfrm>
            <a:off x="3451860" y="3563671"/>
            <a:ext cx="5288280" cy="369332"/>
          </a:xfrm>
          <a:prstGeom prst="rect">
            <a:avLst/>
          </a:prstGeom>
          <a:noFill/>
        </p:spPr>
        <p:txBody>
          <a:bodyPr wrap="square">
            <a:spAutoFit/>
          </a:bodyPr>
          <a:lstStyle/>
          <a:p>
            <a:r>
              <a:rPr lang="en-US" dirty="0">
                <a:latin typeface="Ubuntu Light" panose="020B0304030602030204" pitchFamily="34" charset="0"/>
              </a:rPr>
              <a:t>Figure: An example of a legacy system assessment</a:t>
            </a:r>
          </a:p>
        </p:txBody>
      </p:sp>
      <p:sp>
        <p:nvSpPr>
          <p:cNvPr id="8" name="TextBox 7">
            <a:extLst>
              <a:ext uri="{FF2B5EF4-FFF2-40B4-BE49-F238E27FC236}">
                <a16:creationId xmlns:a16="http://schemas.microsoft.com/office/drawing/2014/main" id="{15A7CB6E-3DA2-F8E4-0ABE-32B347F4A093}"/>
              </a:ext>
            </a:extLst>
          </p:cNvPr>
          <p:cNvSpPr txBox="1"/>
          <p:nvPr/>
        </p:nvSpPr>
        <p:spPr>
          <a:xfrm>
            <a:off x="1647552" y="4317777"/>
            <a:ext cx="8896895" cy="923330"/>
          </a:xfrm>
          <a:prstGeom prst="rect">
            <a:avLst/>
          </a:prstGeom>
          <a:noFill/>
        </p:spPr>
        <p:txBody>
          <a:bodyPr wrap="square">
            <a:spAutoFit/>
          </a:bodyPr>
          <a:lstStyle/>
          <a:p>
            <a:r>
              <a:rPr lang="en-US" dirty="0">
                <a:latin typeface="Ubuntu" panose="020B0504030602030204" pitchFamily="34" charset="0"/>
              </a:rPr>
              <a:t>4.    </a:t>
            </a:r>
            <a:r>
              <a:rPr lang="en-US" b="1" dirty="0">
                <a:latin typeface="Ubuntu" panose="020B0504030602030204" pitchFamily="34" charset="0"/>
              </a:rPr>
              <a:t>High quality, high business value </a:t>
            </a:r>
            <a:r>
              <a:rPr lang="en-US" dirty="0">
                <a:latin typeface="Ubuntu" panose="020B0504030602030204" pitchFamily="34" charset="0"/>
              </a:rPr>
              <a:t>These systems have to be kept in operation. However, their high-quality means that you don’t have to invest in transformation or system replacement. Normal system maintenance should be continued.</a:t>
            </a:r>
          </a:p>
        </p:txBody>
      </p:sp>
    </p:spTree>
    <p:extLst>
      <p:ext uri="{BB962C8B-B14F-4D97-AF65-F5344CB8AC3E}">
        <p14:creationId xmlns:p14="http://schemas.microsoft.com/office/powerpoint/2010/main" val="3148522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38010B-8E5F-0FBD-F628-2D4F23443E6B}"/>
              </a:ext>
            </a:extLst>
          </p:cNvPr>
          <p:cNvSpPr>
            <a:spLocks noGrp="1"/>
          </p:cNvSpPr>
          <p:nvPr>
            <p:ph type="title"/>
          </p:nvPr>
        </p:nvSpPr>
        <p:spPr>
          <a:xfrm>
            <a:off x="3561588" y="2766218"/>
            <a:ext cx="5068824" cy="1325563"/>
          </a:xfrm>
        </p:spPr>
        <p:txBody>
          <a:bodyPr/>
          <a:lstStyle/>
          <a:p>
            <a:r>
              <a:rPr lang="en-US" sz="7200" dirty="0"/>
              <a:t>Thank You</a:t>
            </a:r>
            <a:r>
              <a:rPr lang="en-US" sz="7200" dirty="0">
                <a:solidFill>
                  <a:schemeClr val="accent1"/>
                </a:solidFill>
              </a:rPr>
              <a:t>.</a:t>
            </a:r>
          </a:p>
        </p:txBody>
      </p:sp>
    </p:spTree>
    <p:extLst>
      <p:ext uri="{BB962C8B-B14F-4D97-AF65-F5344CB8AC3E}">
        <p14:creationId xmlns:p14="http://schemas.microsoft.com/office/powerpoint/2010/main" val="4049286891"/>
      </p:ext>
    </p:extLst>
  </p:cSld>
  <p:clrMapOvr>
    <a:masterClrMapping/>
  </p:clrMapOvr>
</p:sld>
</file>

<file path=ppt/theme/theme1.xml><?xml version="1.0" encoding="utf-8"?>
<a:theme xmlns:a="http://schemas.openxmlformats.org/drawingml/2006/main" name="Theme1-Updated">
  <a:themeElements>
    <a:clrScheme name="BizPlus">
      <a:dk1>
        <a:srgbClr val="000000"/>
      </a:dk1>
      <a:lt1>
        <a:srgbClr val="FFFFFF"/>
      </a:lt1>
      <a:dk2>
        <a:srgbClr val="2D3847"/>
      </a:dk2>
      <a:lt2>
        <a:srgbClr val="E7E6E6"/>
      </a:lt2>
      <a:accent1>
        <a:srgbClr val="7662CC"/>
      </a:accent1>
      <a:accent2>
        <a:srgbClr val="6650C4"/>
      </a:accent2>
      <a:accent3>
        <a:srgbClr val="FD91EE"/>
      </a:accent3>
      <a:accent4>
        <a:srgbClr val="F643C7"/>
      </a:accent4>
      <a:accent5>
        <a:srgbClr val="FEAF35"/>
      </a:accent5>
      <a:accent6>
        <a:srgbClr val="FE831F"/>
      </a:accent6>
      <a:hlink>
        <a:srgbClr val="0563C1"/>
      </a:hlink>
      <a:folHlink>
        <a:srgbClr val="954F72"/>
      </a:folHlink>
    </a:clrScheme>
    <a:fontScheme name="BizPlus.">
      <a:majorFont>
        <a:latin typeface="Ubuntu Medium"/>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Updated" id="{3BDBB22F-BE78-4146-B03C-602E262EDBC0}" vid="{B7E71798-8581-CA44-A2FA-411C43FEB2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Theme1-Updated</Template>
  <TotalTime>256</TotalTime>
  <Words>2232</Words>
  <Application>Microsoft Office PowerPoint</Application>
  <PresentationFormat>Widescreen</PresentationFormat>
  <Paragraphs>241</Paragraphs>
  <Slides>26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Aptos</vt:lpstr>
      <vt:lpstr>Arial</vt:lpstr>
      <vt:lpstr>Calibri</vt:lpstr>
      <vt:lpstr>Heebo</vt:lpstr>
      <vt:lpstr>Roboto Light</vt:lpstr>
      <vt:lpstr>Ubuntu</vt:lpstr>
      <vt:lpstr>Ubuntu Light</vt:lpstr>
      <vt:lpstr>Wingdings</vt:lpstr>
      <vt:lpstr>Theme1-Updated</vt:lpstr>
      <vt:lpstr>Software Integration &amp; Maintenance</vt:lpstr>
      <vt:lpstr>Software Maintenance</vt:lpstr>
      <vt:lpstr>Software Maintenance</vt:lpstr>
      <vt:lpstr>Software Maintenance</vt:lpstr>
      <vt:lpstr>Why Software Maintenance?</vt:lpstr>
      <vt:lpstr>Software Evolution</vt:lpstr>
      <vt:lpstr>Lehman’s Laws of Software Evolution</vt:lpstr>
      <vt:lpstr>Lehman’s Laws of Software Evolution</vt:lpstr>
      <vt:lpstr>Lehman’s Laws of Software Evolution</vt:lpstr>
      <vt:lpstr>Types of Software Maintenance</vt:lpstr>
      <vt:lpstr>Types of Software Maintenance</vt:lpstr>
      <vt:lpstr>Maintenance Cost </vt:lpstr>
      <vt:lpstr>Factors Increasing Software Maintenance Cost</vt:lpstr>
      <vt:lpstr>Factors Increasing Software Maintenance Cost</vt:lpstr>
      <vt:lpstr>Software Maintenance Strategies</vt:lpstr>
      <vt:lpstr>Software Reengineering</vt:lpstr>
      <vt:lpstr>Why Software Reengineering is Needed</vt:lpstr>
      <vt:lpstr>Reengineering vs Replacement</vt:lpstr>
      <vt:lpstr>Software Reengineering Activities</vt:lpstr>
      <vt:lpstr>Legacy systems</vt:lpstr>
      <vt:lpstr>Legacy system management</vt:lpstr>
      <vt:lpstr>Legacy system management</vt:lpstr>
      <vt:lpstr>Legacy system management</vt:lpstr>
      <vt:lpstr>Legacy system management</vt:lpstr>
      <vt:lpstr>Legacy system management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Abak Fahim</dc:creator>
  <cp:lastModifiedBy>Md Manirujjaman</cp:lastModifiedBy>
  <cp:revision>12</cp:revision>
  <dcterms:created xsi:type="dcterms:W3CDTF">2025-12-13T16:14:03Z</dcterms:created>
  <dcterms:modified xsi:type="dcterms:W3CDTF">2026-07-09T01:13:32Z</dcterms:modified>
</cp:coreProperties>
</file>